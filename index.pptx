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60A"/>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00000">
              <a:alpha val="8000"/>
            </a:srgbClr>
          </a:solidFill>
          <a:ln w="12700">
            <a:solidFill>
              <a:srgbClr val="000000"/>
            </a:solidFill>
            <a:prstDash val="solid"/>
          </a:ln>
        </p:spPr>
      </p:sp>
      <p:sp>
        <p:nvSpPr>
          <p:cNvPr id="3" name="Shape 1"/>
          <p:cNvSpPr/>
          <p:nvPr/>
        </p:nvSpPr>
        <p:spPr>
          <a:xfrm>
            <a:off x="0" y="91440"/>
            <a:ext cx="9144000" cy="36576"/>
          </a:xfrm>
          <a:prstGeom prst="rect">
            <a:avLst/>
          </a:prstGeom>
          <a:solidFill>
            <a:srgbClr val="000000">
              <a:alpha val="8000"/>
            </a:srgbClr>
          </a:solidFill>
          <a:ln w="12700">
            <a:solidFill>
              <a:srgbClr val="000000"/>
            </a:solidFill>
            <a:prstDash val="solid"/>
          </a:ln>
        </p:spPr>
      </p:sp>
      <p:sp>
        <p:nvSpPr>
          <p:cNvPr id="4" name="Shape 2"/>
          <p:cNvSpPr/>
          <p:nvPr/>
        </p:nvSpPr>
        <p:spPr>
          <a:xfrm>
            <a:off x="0" y="182880"/>
            <a:ext cx="9144000" cy="36576"/>
          </a:xfrm>
          <a:prstGeom prst="rect">
            <a:avLst/>
          </a:prstGeom>
          <a:solidFill>
            <a:srgbClr val="000000">
              <a:alpha val="8000"/>
            </a:srgbClr>
          </a:solidFill>
          <a:ln w="12700">
            <a:solidFill>
              <a:srgbClr val="000000"/>
            </a:solidFill>
            <a:prstDash val="solid"/>
          </a:ln>
        </p:spPr>
      </p:sp>
      <p:sp>
        <p:nvSpPr>
          <p:cNvPr id="5" name="Shape 3"/>
          <p:cNvSpPr/>
          <p:nvPr/>
        </p:nvSpPr>
        <p:spPr>
          <a:xfrm>
            <a:off x="0" y="274320"/>
            <a:ext cx="9144000" cy="36576"/>
          </a:xfrm>
          <a:prstGeom prst="rect">
            <a:avLst/>
          </a:prstGeom>
          <a:solidFill>
            <a:srgbClr val="000000">
              <a:alpha val="8000"/>
            </a:srgbClr>
          </a:solidFill>
          <a:ln w="12700">
            <a:solidFill>
              <a:srgbClr val="000000"/>
            </a:solidFill>
            <a:prstDash val="solid"/>
          </a:ln>
        </p:spPr>
      </p:sp>
      <p:sp>
        <p:nvSpPr>
          <p:cNvPr id="6" name="Shape 4"/>
          <p:cNvSpPr/>
          <p:nvPr/>
        </p:nvSpPr>
        <p:spPr>
          <a:xfrm>
            <a:off x="0" y="365760"/>
            <a:ext cx="9144000" cy="36576"/>
          </a:xfrm>
          <a:prstGeom prst="rect">
            <a:avLst/>
          </a:prstGeom>
          <a:solidFill>
            <a:srgbClr val="000000">
              <a:alpha val="8000"/>
            </a:srgbClr>
          </a:solidFill>
          <a:ln w="12700">
            <a:solidFill>
              <a:srgbClr val="000000"/>
            </a:solidFill>
            <a:prstDash val="solid"/>
          </a:ln>
        </p:spPr>
      </p:sp>
      <p:sp>
        <p:nvSpPr>
          <p:cNvPr id="7" name="Shape 5"/>
          <p:cNvSpPr/>
          <p:nvPr/>
        </p:nvSpPr>
        <p:spPr>
          <a:xfrm>
            <a:off x="0" y="457200"/>
            <a:ext cx="9144000" cy="36576"/>
          </a:xfrm>
          <a:prstGeom prst="rect">
            <a:avLst/>
          </a:prstGeom>
          <a:solidFill>
            <a:srgbClr val="000000">
              <a:alpha val="8000"/>
            </a:srgbClr>
          </a:solidFill>
          <a:ln w="12700">
            <a:solidFill>
              <a:srgbClr val="000000"/>
            </a:solidFill>
            <a:prstDash val="solid"/>
          </a:ln>
        </p:spPr>
      </p:sp>
      <p:sp>
        <p:nvSpPr>
          <p:cNvPr id="8" name="Shape 6"/>
          <p:cNvSpPr/>
          <p:nvPr/>
        </p:nvSpPr>
        <p:spPr>
          <a:xfrm>
            <a:off x="0" y="548640"/>
            <a:ext cx="9144000" cy="36576"/>
          </a:xfrm>
          <a:prstGeom prst="rect">
            <a:avLst/>
          </a:prstGeom>
          <a:solidFill>
            <a:srgbClr val="000000">
              <a:alpha val="8000"/>
            </a:srgbClr>
          </a:solidFill>
          <a:ln w="12700">
            <a:solidFill>
              <a:srgbClr val="000000"/>
            </a:solidFill>
            <a:prstDash val="solid"/>
          </a:ln>
        </p:spPr>
      </p:sp>
      <p:sp>
        <p:nvSpPr>
          <p:cNvPr id="9" name="Shape 7"/>
          <p:cNvSpPr/>
          <p:nvPr/>
        </p:nvSpPr>
        <p:spPr>
          <a:xfrm>
            <a:off x="0" y="640080"/>
            <a:ext cx="9144000" cy="36576"/>
          </a:xfrm>
          <a:prstGeom prst="rect">
            <a:avLst/>
          </a:prstGeom>
          <a:solidFill>
            <a:srgbClr val="000000">
              <a:alpha val="8000"/>
            </a:srgbClr>
          </a:solidFill>
          <a:ln w="12700">
            <a:solidFill>
              <a:srgbClr val="000000"/>
            </a:solidFill>
            <a:prstDash val="solid"/>
          </a:ln>
        </p:spPr>
      </p:sp>
      <p:sp>
        <p:nvSpPr>
          <p:cNvPr id="10" name="Shape 8"/>
          <p:cNvSpPr/>
          <p:nvPr/>
        </p:nvSpPr>
        <p:spPr>
          <a:xfrm>
            <a:off x="0" y="731520"/>
            <a:ext cx="9144000" cy="36576"/>
          </a:xfrm>
          <a:prstGeom prst="rect">
            <a:avLst/>
          </a:prstGeom>
          <a:solidFill>
            <a:srgbClr val="000000">
              <a:alpha val="8000"/>
            </a:srgbClr>
          </a:solidFill>
          <a:ln w="12700">
            <a:solidFill>
              <a:srgbClr val="000000"/>
            </a:solidFill>
            <a:prstDash val="solid"/>
          </a:ln>
        </p:spPr>
      </p:sp>
      <p:sp>
        <p:nvSpPr>
          <p:cNvPr id="11" name="Shape 9"/>
          <p:cNvSpPr/>
          <p:nvPr/>
        </p:nvSpPr>
        <p:spPr>
          <a:xfrm>
            <a:off x="0" y="822960"/>
            <a:ext cx="9144000" cy="36576"/>
          </a:xfrm>
          <a:prstGeom prst="rect">
            <a:avLst/>
          </a:prstGeom>
          <a:solidFill>
            <a:srgbClr val="000000">
              <a:alpha val="8000"/>
            </a:srgbClr>
          </a:solidFill>
          <a:ln w="12700">
            <a:solidFill>
              <a:srgbClr val="000000"/>
            </a:solidFill>
            <a:prstDash val="solid"/>
          </a:ln>
        </p:spPr>
      </p:sp>
      <p:sp>
        <p:nvSpPr>
          <p:cNvPr id="12" name="Shape 10"/>
          <p:cNvSpPr/>
          <p:nvPr/>
        </p:nvSpPr>
        <p:spPr>
          <a:xfrm>
            <a:off x="0" y="914400"/>
            <a:ext cx="9144000" cy="36576"/>
          </a:xfrm>
          <a:prstGeom prst="rect">
            <a:avLst/>
          </a:prstGeom>
          <a:solidFill>
            <a:srgbClr val="000000">
              <a:alpha val="8000"/>
            </a:srgbClr>
          </a:solidFill>
          <a:ln w="12700">
            <a:solidFill>
              <a:srgbClr val="000000"/>
            </a:solidFill>
            <a:prstDash val="solid"/>
          </a:ln>
        </p:spPr>
      </p:sp>
      <p:sp>
        <p:nvSpPr>
          <p:cNvPr id="13" name="Shape 11"/>
          <p:cNvSpPr/>
          <p:nvPr/>
        </p:nvSpPr>
        <p:spPr>
          <a:xfrm>
            <a:off x="0" y="1005840"/>
            <a:ext cx="9144000" cy="36576"/>
          </a:xfrm>
          <a:prstGeom prst="rect">
            <a:avLst/>
          </a:prstGeom>
          <a:solidFill>
            <a:srgbClr val="000000">
              <a:alpha val="8000"/>
            </a:srgbClr>
          </a:solidFill>
          <a:ln w="12700">
            <a:solidFill>
              <a:srgbClr val="000000"/>
            </a:solidFill>
            <a:prstDash val="solid"/>
          </a:ln>
        </p:spPr>
      </p:sp>
      <p:sp>
        <p:nvSpPr>
          <p:cNvPr id="14" name="Shape 12"/>
          <p:cNvSpPr/>
          <p:nvPr/>
        </p:nvSpPr>
        <p:spPr>
          <a:xfrm>
            <a:off x="0" y="1097280"/>
            <a:ext cx="9144000" cy="36576"/>
          </a:xfrm>
          <a:prstGeom prst="rect">
            <a:avLst/>
          </a:prstGeom>
          <a:solidFill>
            <a:srgbClr val="000000">
              <a:alpha val="8000"/>
            </a:srgbClr>
          </a:solidFill>
          <a:ln w="12700">
            <a:solidFill>
              <a:srgbClr val="000000"/>
            </a:solidFill>
            <a:prstDash val="solid"/>
          </a:ln>
        </p:spPr>
      </p:sp>
      <p:sp>
        <p:nvSpPr>
          <p:cNvPr id="15" name="Shape 13"/>
          <p:cNvSpPr/>
          <p:nvPr/>
        </p:nvSpPr>
        <p:spPr>
          <a:xfrm>
            <a:off x="0" y="1188720"/>
            <a:ext cx="9144000" cy="36576"/>
          </a:xfrm>
          <a:prstGeom prst="rect">
            <a:avLst/>
          </a:prstGeom>
          <a:solidFill>
            <a:srgbClr val="000000">
              <a:alpha val="8000"/>
            </a:srgbClr>
          </a:solidFill>
          <a:ln w="12700">
            <a:solidFill>
              <a:srgbClr val="000000"/>
            </a:solidFill>
            <a:prstDash val="solid"/>
          </a:ln>
        </p:spPr>
      </p:sp>
      <p:sp>
        <p:nvSpPr>
          <p:cNvPr id="16" name="Shape 14"/>
          <p:cNvSpPr/>
          <p:nvPr/>
        </p:nvSpPr>
        <p:spPr>
          <a:xfrm>
            <a:off x="0" y="1280160"/>
            <a:ext cx="9144000" cy="36576"/>
          </a:xfrm>
          <a:prstGeom prst="rect">
            <a:avLst/>
          </a:prstGeom>
          <a:solidFill>
            <a:srgbClr val="000000">
              <a:alpha val="8000"/>
            </a:srgbClr>
          </a:solidFill>
          <a:ln w="12700">
            <a:solidFill>
              <a:srgbClr val="000000"/>
            </a:solidFill>
            <a:prstDash val="solid"/>
          </a:ln>
        </p:spPr>
      </p:sp>
      <p:sp>
        <p:nvSpPr>
          <p:cNvPr id="17" name="Shape 15"/>
          <p:cNvSpPr/>
          <p:nvPr/>
        </p:nvSpPr>
        <p:spPr>
          <a:xfrm>
            <a:off x="0" y="1371600"/>
            <a:ext cx="9144000" cy="36576"/>
          </a:xfrm>
          <a:prstGeom prst="rect">
            <a:avLst/>
          </a:prstGeom>
          <a:solidFill>
            <a:srgbClr val="000000">
              <a:alpha val="8000"/>
            </a:srgbClr>
          </a:solidFill>
          <a:ln w="12700">
            <a:solidFill>
              <a:srgbClr val="000000"/>
            </a:solidFill>
            <a:prstDash val="solid"/>
          </a:ln>
        </p:spPr>
      </p:sp>
      <p:sp>
        <p:nvSpPr>
          <p:cNvPr id="18" name="Shape 16"/>
          <p:cNvSpPr/>
          <p:nvPr/>
        </p:nvSpPr>
        <p:spPr>
          <a:xfrm>
            <a:off x="0" y="1463040"/>
            <a:ext cx="9144000" cy="36576"/>
          </a:xfrm>
          <a:prstGeom prst="rect">
            <a:avLst/>
          </a:prstGeom>
          <a:solidFill>
            <a:srgbClr val="000000">
              <a:alpha val="8000"/>
            </a:srgbClr>
          </a:solidFill>
          <a:ln w="12700">
            <a:solidFill>
              <a:srgbClr val="000000"/>
            </a:solidFill>
            <a:prstDash val="solid"/>
          </a:ln>
        </p:spPr>
      </p:sp>
      <p:sp>
        <p:nvSpPr>
          <p:cNvPr id="19" name="Shape 17"/>
          <p:cNvSpPr/>
          <p:nvPr/>
        </p:nvSpPr>
        <p:spPr>
          <a:xfrm>
            <a:off x="0" y="1554480"/>
            <a:ext cx="9144000" cy="36576"/>
          </a:xfrm>
          <a:prstGeom prst="rect">
            <a:avLst/>
          </a:prstGeom>
          <a:solidFill>
            <a:srgbClr val="000000">
              <a:alpha val="8000"/>
            </a:srgbClr>
          </a:solidFill>
          <a:ln w="12700">
            <a:solidFill>
              <a:srgbClr val="000000"/>
            </a:solidFill>
            <a:prstDash val="solid"/>
          </a:ln>
        </p:spPr>
      </p:sp>
      <p:sp>
        <p:nvSpPr>
          <p:cNvPr id="20" name="Shape 18"/>
          <p:cNvSpPr/>
          <p:nvPr/>
        </p:nvSpPr>
        <p:spPr>
          <a:xfrm>
            <a:off x="0" y="1645920"/>
            <a:ext cx="9144000" cy="36576"/>
          </a:xfrm>
          <a:prstGeom prst="rect">
            <a:avLst/>
          </a:prstGeom>
          <a:solidFill>
            <a:srgbClr val="000000">
              <a:alpha val="8000"/>
            </a:srgbClr>
          </a:solidFill>
          <a:ln w="12700">
            <a:solidFill>
              <a:srgbClr val="000000"/>
            </a:solidFill>
            <a:prstDash val="solid"/>
          </a:ln>
        </p:spPr>
      </p:sp>
      <p:sp>
        <p:nvSpPr>
          <p:cNvPr id="21" name="Shape 19"/>
          <p:cNvSpPr/>
          <p:nvPr/>
        </p:nvSpPr>
        <p:spPr>
          <a:xfrm>
            <a:off x="0" y="1737360"/>
            <a:ext cx="9144000" cy="36576"/>
          </a:xfrm>
          <a:prstGeom prst="rect">
            <a:avLst/>
          </a:prstGeom>
          <a:solidFill>
            <a:srgbClr val="000000">
              <a:alpha val="8000"/>
            </a:srgbClr>
          </a:solidFill>
          <a:ln w="12700">
            <a:solidFill>
              <a:srgbClr val="000000"/>
            </a:solidFill>
            <a:prstDash val="solid"/>
          </a:ln>
        </p:spPr>
      </p:sp>
      <p:sp>
        <p:nvSpPr>
          <p:cNvPr id="22" name="Shape 20"/>
          <p:cNvSpPr/>
          <p:nvPr/>
        </p:nvSpPr>
        <p:spPr>
          <a:xfrm>
            <a:off x="0" y="1828800"/>
            <a:ext cx="9144000" cy="36576"/>
          </a:xfrm>
          <a:prstGeom prst="rect">
            <a:avLst/>
          </a:prstGeom>
          <a:solidFill>
            <a:srgbClr val="000000">
              <a:alpha val="8000"/>
            </a:srgbClr>
          </a:solidFill>
          <a:ln w="12700">
            <a:solidFill>
              <a:srgbClr val="000000"/>
            </a:solidFill>
            <a:prstDash val="solid"/>
          </a:ln>
        </p:spPr>
      </p:sp>
      <p:sp>
        <p:nvSpPr>
          <p:cNvPr id="23" name="Shape 21"/>
          <p:cNvSpPr/>
          <p:nvPr/>
        </p:nvSpPr>
        <p:spPr>
          <a:xfrm>
            <a:off x="0" y="1920240"/>
            <a:ext cx="9144000" cy="36576"/>
          </a:xfrm>
          <a:prstGeom prst="rect">
            <a:avLst/>
          </a:prstGeom>
          <a:solidFill>
            <a:srgbClr val="000000">
              <a:alpha val="8000"/>
            </a:srgbClr>
          </a:solidFill>
          <a:ln w="12700">
            <a:solidFill>
              <a:srgbClr val="000000"/>
            </a:solidFill>
            <a:prstDash val="solid"/>
          </a:ln>
        </p:spPr>
      </p:sp>
      <p:sp>
        <p:nvSpPr>
          <p:cNvPr id="24" name="Shape 22"/>
          <p:cNvSpPr/>
          <p:nvPr/>
        </p:nvSpPr>
        <p:spPr>
          <a:xfrm>
            <a:off x="0" y="2011680"/>
            <a:ext cx="9144000" cy="36576"/>
          </a:xfrm>
          <a:prstGeom prst="rect">
            <a:avLst/>
          </a:prstGeom>
          <a:solidFill>
            <a:srgbClr val="000000">
              <a:alpha val="8000"/>
            </a:srgbClr>
          </a:solidFill>
          <a:ln w="12700">
            <a:solidFill>
              <a:srgbClr val="000000"/>
            </a:solidFill>
            <a:prstDash val="solid"/>
          </a:ln>
        </p:spPr>
      </p:sp>
      <p:sp>
        <p:nvSpPr>
          <p:cNvPr id="25" name="Shape 23"/>
          <p:cNvSpPr/>
          <p:nvPr/>
        </p:nvSpPr>
        <p:spPr>
          <a:xfrm>
            <a:off x="0" y="2103120"/>
            <a:ext cx="9144000" cy="36576"/>
          </a:xfrm>
          <a:prstGeom prst="rect">
            <a:avLst/>
          </a:prstGeom>
          <a:solidFill>
            <a:srgbClr val="000000">
              <a:alpha val="8000"/>
            </a:srgbClr>
          </a:solidFill>
          <a:ln w="12700">
            <a:solidFill>
              <a:srgbClr val="000000"/>
            </a:solidFill>
            <a:prstDash val="solid"/>
          </a:ln>
        </p:spPr>
      </p:sp>
      <p:sp>
        <p:nvSpPr>
          <p:cNvPr id="26" name="Shape 24"/>
          <p:cNvSpPr/>
          <p:nvPr/>
        </p:nvSpPr>
        <p:spPr>
          <a:xfrm>
            <a:off x="0" y="2194560"/>
            <a:ext cx="9144000" cy="36576"/>
          </a:xfrm>
          <a:prstGeom prst="rect">
            <a:avLst/>
          </a:prstGeom>
          <a:solidFill>
            <a:srgbClr val="000000">
              <a:alpha val="8000"/>
            </a:srgbClr>
          </a:solidFill>
          <a:ln w="12700">
            <a:solidFill>
              <a:srgbClr val="000000"/>
            </a:solidFill>
            <a:prstDash val="solid"/>
          </a:ln>
        </p:spPr>
      </p:sp>
      <p:sp>
        <p:nvSpPr>
          <p:cNvPr id="27" name="Shape 25"/>
          <p:cNvSpPr/>
          <p:nvPr/>
        </p:nvSpPr>
        <p:spPr>
          <a:xfrm>
            <a:off x="0" y="2286000"/>
            <a:ext cx="9144000" cy="36576"/>
          </a:xfrm>
          <a:prstGeom prst="rect">
            <a:avLst/>
          </a:prstGeom>
          <a:solidFill>
            <a:srgbClr val="000000">
              <a:alpha val="8000"/>
            </a:srgbClr>
          </a:solidFill>
          <a:ln w="12700">
            <a:solidFill>
              <a:srgbClr val="000000"/>
            </a:solidFill>
            <a:prstDash val="solid"/>
          </a:ln>
        </p:spPr>
      </p:sp>
      <p:sp>
        <p:nvSpPr>
          <p:cNvPr id="28" name="Shape 26"/>
          <p:cNvSpPr/>
          <p:nvPr/>
        </p:nvSpPr>
        <p:spPr>
          <a:xfrm>
            <a:off x="0" y="2377440"/>
            <a:ext cx="9144000" cy="36576"/>
          </a:xfrm>
          <a:prstGeom prst="rect">
            <a:avLst/>
          </a:prstGeom>
          <a:solidFill>
            <a:srgbClr val="000000">
              <a:alpha val="8000"/>
            </a:srgbClr>
          </a:solidFill>
          <a:ln w="12700">
            <a:solidFill>
              <a:srgbClr val="000000"/>
            </a:solidFill>
            <a:prstDash val="solid"/>
          </a:ln>
        </p:spPr>
      </p:sp>
      <p:sp>
        <p:nvSpPr>
          <p:cNvPr id="29" name="Shape 27"/>
          <p:cNvSpPr/>
          <p:nvPr/>
        </p:nvSpPr>
        <p:spPr>
          <a:xfrm>
            <a:off x="0" y="2468880"/>
            <a:ext cx="9144000" cy="36576"/>
          </a:xfrm>
          <a:prstGeom prst="rect">
            <a:avLst/>
          </a:prstGeom>
          <a:solidFill>
            <a:srgbClr val="000000">
              <a:alpha val="8000"/>
            </a:srgbClr>
          </a:solidFill>
          <a:ln w="12700">
            <a:solidFill>
              <a:srgbClr val="000000"/>
            </a:solidFill>
            <a:prstDash val="solid"/>
          </a:ln>
        </p:spPr>
      </p:sp>
      <p:sp>
        <p:nvSpPr>
          <p:cNvPr id="30" name="Shape 28"/>
          <p:cNvSpPr/>
          <p:nvPr/>
        </p:nvSpPr>
        <p:spPr>
          <a:xfrm>
            <a:off x="0" y="2560320"/>
            <a:ext cx="9144000" cy="36576"/>
          </a:xfrm>
          <a:prstGeom prst="rect">
            <a:avLst/>
          </a:prstGeom>
          <a:solidFill>
            <a:srgbClr val="000000">
              <a:alpha val="8000"/>
            </a:srgbClr>
          </a:solidFill>
          <a:ln w="12700">
            <a:solidFill>
              <a:srgbClr val="000000"/>
            </a:solidFill>
            <a:prstDash val="solid"/>
          </a:ln>
        </p:spPr>
      </p:sp>
      <p:sp>
        <p:nvSpPr>
          <p:cNvPr id="31" name="Shape 29"/>
          <p:cNvSpPr/>
          <p:nvPr/>
        </p:nvSpPr>
        <p:spPr>
          <a:xfrm>
            <a:off x="0" y="2651760"/>
            <a:ext cx="9144000" cy="36576"/>
          </a:xfrm>
          <a:prstGeom prst="rect">
            <a:avLst/>
          </a:prstGeom>
          <a:solidFill>
            <a:srgbClr val="000000">
              <a:alpha val="8000"/>
            </a:srgbClr>
          </a:solidFill>
          <a:ln w="12700">
            <a:solidFill>
              <a:srgbClr val="000000"/>
            </a:solidFill>
            <a:prstDash val="solid"/>
          </a:ln>
        </p:spPr>
      </p:sp>
      <p:sp>
        <p:nvSpPr>
          <p:cNvPr id="32" name="Shape 30"/>
          <p:cNvSpPr/>
          <p:nvPr/>
        </p:nvSpPr>
        <p:spPr>
          <a:xfrm>
            <a:off x="0" y="2743200"/>
            <a:ext cx="9144000" cy="36576"/>
          </a:xfrm>
          <a:prstGeom prst="rect">
            <a:avLst/>
          </a:prstGeom>
          <a:solidFill>
            <a:srgbClr val="000000">
              <a:alpha val="8000"/>
            </a:srgbClr>
          </a:solidFill>
          <a:ln w="12700">
            <a:solidFill>
              <a:srgbClr val="000000"/>
            </a:solidFill>
            <a:prstDash val="solid"/>
          </a:ln>
        </p:spPr>
      </p:sp>
      <p:sp>
        <p:nvSpPr>
          <p:cNvPr id="33" name="Shape 31"/>
          <p:cNvSpPr/>
          <p:nvPr/>
        </p:nvSpPr>
        <p:spPr>
          <a:xfrm>
            <a:off x="0" y="2834640"/>
            <a:ext cx="9144000" cy="36576"/>
          </a:xfrm>
          <a:prstGeom prst="rect">
            <a:avLst/>
          </a:prstGeom>
          <a:solidFill>
            <a:srgbClr val="000000">
              <a:alpha val="8000"/>
            </a:srgbClr>
          </a:solidFill>
          <a:ln w="12700">
            <a:solidFill>
              <a:srgbClr val="000000"/>
            </a:solidFill>
            <a:prstDash val="solid"/>
          </a:ln>
        </p:spPr>
      </p:sp>
      <p:sp>
        <p:nvSpPr>
          <p:cNvPr id="34" name="Shape 32"/>
          <p:cNvSpPr/>
          <p:nvPr/>
        </p:nvSpPr>
        <p:spPr>
          <a:xfrm>
            <a:off x="0" y="2926080"/>
            <a:ext cx="9144000" cy="36576"/>
          </a:xfrm>
          <a:prstGeom prst="rect">
            <a:avLst/>
          </a:prstGeom>
          <a:solidFill>
            <a:srgbClr val="000000">
              <a:alpha val="8000"/>
            </a:srgbClr>
          </a:solidFill>
          <a:ln w="12700">
            <a:solidFill>
              <a:srgbClr val="000000"/>
            </a:solidFill>
            <a:prstDash val="solid"/>
          </a:ln>
        </p:spPr>
      </p:sp>
      <p:sp>
        <p:nvSpPr>
          <p:cNvPr id="35" name="Shape 33"/>
          <p:cNvSpPr/>
          <p:nvPr/>
        </p:nvSpPr>
        <p:spPr>
          <a:xfrm>
            <a:off x="0" y="3017520"/>
            <a:ext cx="9144000" cy="36576"/>
          </a:xfrm>
          <a:prstGeom prst="rect">
            <a:avLst/>
          </a:prstGeom>
          <a:solidFill>
            <a:srgbClr val="000000">
              <a:alpha val="8000"/>
            </a:srgbClr>
          </a:solidFill>
          <a:ln w="12700">
            <a:solidFill>
              <a:srgbClr val="000000"/>
            </a:solidFill>
            <a:prstDash val="solid"/>
          </a:ln>
        </p:spPr>
      </p:sp>
      <p:sp>
        <p:nvSpPr>
          <p:cNvPr id="36" name="Shape 34"/>
          <p:cNvSpPr/>
          <p:nvPr/>
        </p:nvSpPr>
        <p:spPr>
          <a:xfrm>
            <a:off x="0" y="3108960"/>
            <a:ext cx="9144000" cy="36576"/>
          </a:xfrm>
          <a:prstGeom prst="rect">
            <a:avLst/>
          </a:prstGeom>
          <a:solidFill>
            <a:srgbClr val="000000">
              <a:alpha val="8000"/>
            </a:srgbClr>
          </a:solidFill>
          <a:ln w="12700">
            <a:solidFill>
              <a:srgbClr val="000000"/>
            </a:solidFill>
            <a:prstDash val="solid"/>
          </a:ln>
        </p:spPr>
      </p:sp>
      <p:sp>
        <p:nvSpPr>
          <p:cNvPr id="37" name="Shape 35"/>
          <p:cNvSpPr/>
          <p:nvPr/>
        </p:nvSpPr>
        <p:spPr>
          <a:xfrm>
            <a:off x="0" y="3200400"/>
            <a:ext cx="9144000" cy="36576"/>
          </a:xfrm>
          <a:prstGeom prst="rect">
            <a:avLst/>
          </a:prstGeom>
          <a:solidFill>
            <a:srgbClr val="000000">
              <a:alpha val="8000"/>
            </a:srgbClr>
          </a:solidFill>
          <a:ln w="12700">
            <a:solidFill>
              <a:srgbClr val="000000"/>
            </a:solidFill>
            <a:prstDash val="solid"/>
          </a:ln>
        </p:spPr>
      </p:sp>
      <p:sp>
        <p:nvSpPr>
          <p:cNvPr id="38" name="Shape 36"/>
          <p:cNvSpPr/>
          <p:nvPr/>
        </p:nvSpPr>
        <p:spPr>
          <a:xfrm>
            <a:off x="0" y="3291840"/>
            <a:ext cx="9144000" cy="36576"/>
          </a:xfrm>
          <a:prstGeom prst="rect">
            <a:avLst/>
          </a:prstGeom>
          <a:solidFill>
            <a:srgbClr val="000000">
              <a:alpha val="8000"/>
            </a:srgbClr>
          </a:solidFill>
          <a:ln w="12700">
            <a:solidFill>
              <a:srgbClr val="000000"/>
            </a:solidFill>
            <a:prstDash val="solid"/>
          </a:ln>
        </p:spPr>
      </p:sp>
      <p:sp>
        <p:nvSpPr>
          <p:cNvPr id="39" name="Shape 37"/>
          <p:cNvSpPr/>
          <p:nvPr/>
        </p:nvSpPr>
        <p:spPr>
          <a:xfrm>
            <a:off x="0" y="3383280"/>
            <a:ext cx="9144000" cy="36576"/>
          </a:xfrm>
          <a:prstGeom prst="rect">
            <a:avLst/>
          </a:prstGeom>
          <a:solidFill>
            <a:srgbClr val="000000">
              <a:alpha val="8000"/>
            </a:srgbClr>
          </a:solidFill>
          <a:ln w="12700">
            <a:solidFill>
              <a:srgbClr val="000000"/>
            </a:solidFill>
            <a:prstDash val="solid"/>
          </a:ln>
        </p:spPr>
      </p:sp>
      <p:sp>
        <p:nvSpPr>
          <p:cNvPr id="40" name="Shape 38"/>
          <p:cNvSpPr/>
          <p:nvPr/>
        </p:nvSpPr>
        <p:spPr>
          <a:xfrm>
            <a:off x="0" y="3474720"/>
            <a:ext cx="9144000" cy="36576"/>
          </a:xfrm>
          <a:prstGeom prst="rect">
            <a:avLst/>
          </a:prstGeom>
          <a:solidFill>
            <a:srgbClr val="000000">
              <a:alpha val="8000"/>
            </a:srgbClr>
          </a:solidFill>
          <a:ln w="12700">
            <a:solidFill>
              <a:srgbClr val="000000"/>
            </a:solidFill>
            <a:prstDash val="solid"/>
          </a:ln>
        </p:spPr>
      </p:sp>
      <p:sp>
        <p:nvSpPr>
          <p:cNvPr id="41" name="Shape 39"/>
          <p:cNvSpPr/>
          <p:nvPr/>
        </p:nvSpPr>
        <p:spPr>
          <a:xfrm>
            <a:off x="0" y="3566160"/>
            <a:ext cx="9144000" cy="36576"/>
          </a:xfrm>
          <a:prstGeom prst="rect">
            <a:avLst/>
          </a:prstGeom>
          <a:solidFill>
            <a:srgbClr val="000000">
              <a:alpha val="8000"/>
            </a:srgbClr>
          </a:solidFill>
          <a:ln w="12700">
            <a:solidFill>
              <a:srgbClr val="000000"/>
            </a:solidFill>
            <a:prstDash val="solid"/>
          </a:ln>
        </p:spPr>
      </p:sp>
      <p:sp>
        <p:nvSpPr>
          <p:cNvPr id="42" name="Shape 40"/>
          <p:cNvSpPr/>
          <p:nvPr/>
        </p:nvSpPr>
        <p:spPr>
          <a:xfrm>
            <a:off x="0" y="3657600"/>
            <a:ext cx="9144000" cy="36576"/>
          </a:xfrm>
          <a:prstGeom prst="rect">
            <a:avLst/>
          </a:prstGeom>
          <a:solidFill>
            <a:srgbClr val="000000">
              <a:alpha val="8000"/>
            </a:srgbClr>
          </a:solidFill>
          <a:ln w="12700">
            <a:solidFill>
              <a:srgbClr val="000000"/>
            </a:solidFill>
            <a:prstDash val="solid"/>
          </a:ln>
        </p:spPr>
      </p:sp>
      <p:sp>
        <p:nvSpPr>
          <p:cNvPr id="43" name="Shape 41"/>
          <p:cNvSpPr/>
          <p:nvPr/>
        </p:nvSpPr>
        <p:spPr>
          <a:xfrm>
            <a:off x="0" y="3749040"/>
            <a:ext cx="9144000" cy="36576"/>
          </a:xfrm>
          <a:prstGeom prst="rect">
            <a:avLst/>
          </a:prstGeom>
          <a:solidFill>
            <a:srgbClr val="000000">
              <a:alpha val="8000"/>
            </a:srgbClr>
          </a:solidFill>
          <a:ln w="12700">
            <a:solidFill>
              <a:srgbClr val="000000"/>
            </a:solidFill>
            <a:prstDash val="solid"/>
          </a:ln>
        </p:spPr>
      </p:sp>
      <p:sp>
        <p:nvSpPr>
          <p:cNvPr id="44" name="Shape 42"/>
          <p:cNvSpPr/>
          <p:nvPr/>
        </p:nvSpPr>
        <p:spPr>
          <a:xfrm>
            <a:off x="0" y="3840480"/>
            <a:ext cx="9144000" cy="36576"/>
          </a:xfrm>
          <a:prstGeom prst="rect">
            <a:avLst/>
          </a:prstGeom>
          <a:solidFill>
            <a:srgbClr val="000000">
              <a:alpha val="8000"/>
            </a:srgbClr>
          </a:solidFill>
          <a:ln w="12700">
            <a:solidFill>
              <a:srgbClr val="000000"/>
            </a:solidFill>
            <a:prstDash val="solid"/>
          </a:ln>
        </p:spPr>
      </p:sp>
      <p:sp>
        <p:nvSpPr>
          <p:cNvPr id="45" name="Shape 43"/>
          <p:cNvSpPr/>
          <p:nvPr/>
        </p:nvSpPr>
        <p:spPr>
          <a:xfrm>
            <a:off x="0" y="3931920"/>
            <a:ext cx="9144000" cy="36576"/>
          </a:xfrm>
          <a:prstGeom prst="rect">
            <a:avLst/>
          </a:prstGeom>
          <a:solidFill>
            <a:srgbClr val="000000">
              <a:alpha val="8000"/>
            </a:srgbClr>
          </a:solidFill>
          <a:ln w="12700">
            <a:solidFill>
              <a:srgbClr val="000000"/>
            </a:solidFill>
            <a:prstDash val="solid"/>
          </a:ln>
        </p:spPr>
      </p:sp>
      <p:sp>
        <p:nvSpPr>
          <p:cNvPr id="46" name="Shape 44"/>
          <p:cNvSpPr/>
          <p:nvPr/>
        </p:nvSpPr>
        <p:spPr>
          <a:xfrm>
            <a:off x="0" y="4023360"/>
            <a:ext cx="9144000" cy="36576"/>
          </a:xfrm>
          <a:prstGeom prst="rect">
            <a:avLst/>
          </a:prstGeom>
          <a:solidFill>
            <a:srgbClr val="000000">
              <a:alpha val="8000"/>
            </a:srgbClr>
          </a:solidFill>
          <a:ln w="12700">
            <a:solidFill>
              <a:srgbClr val="000000"/>
            </a:solidFill>
            <a:prstDash val="solid"/>
          </a:ln>
        </p:spPr>
      </p:sp>
      <p:sp>
        <p:nvSpPr>
          <p:cNvPr id="47" name="Shape 45"/>
          <p:cNvSpPr/>
          <p:nvPr/>
        </p:nvSpPr>
        <p:spPr>
          <a:xfrm>
            <a:off x="0" y="4114800"/>
            <a:ext cx="9144000" cy="36576"/>
          </a:xfrm>
          <a:prstGeom prst="rect">
            <a:avLst/>
          </a:prstGeom>
          <a:solidFill>
            <a:srgbClr val="000000">
              <a:alpha val="8000"/>
            </a:srgbClr>
          </a:solidFill>
          <a:ln w="12700">
            <a:solidFill>
              <a:srgbClr val="000000"/>
            </a:solidFill>
            <a:prstDash val="solid"/>
          </a:ln>
        </p:spPr>
      </p:sp>
      <p:sp>
        <p:nvSpPr>
          <p:cNvPr id="48" name="Shape 46"/>
          <p:cNvSpPr/>
          <p:nvPr/>
        </p:nvSpPr>
        <p:spPr>
          <a:xfrm>
            <a:off x="0" y="4206240"/>
            <a:ext cx="9144000" cy="36576"/>
          </a:xfrm>
          <a:prstGeom prst="rect">
            <a:avLst/>
          </a:prstGeom>
          <a:solidFill>
            <a:srgbClr val="000000">
              <a:alpha val="8000"/>
            </a:srgbClr>
          </a:solidFill>
          <a:ln w="12700">
            <a:solidFill>
              <a:srgbClr val="000000"/>
            </a:solidFill>
            <a:prstDash val="solid"/>
          </a:ln>
        </p:spPr>
      </p:sp>
      <p:sp>
        <p:nvSpPr>
          <p:cNvPr id="49" name="Shape 47"/>
          <p:cNvSpPr/>
          <p:nvPr/>
        </p:nvSpPr>
        <p:spPr>
          <a:xfrm>
            <a:off x="0" y="4297680"/>
            <a:ext cx="9144000" cy="36576"/>
          </a:xfrm>
          <a:prstGeom prst="rect">
            <a:avLst/>
          </a:prstGeom>
          <a:solidFill>
            <a:srgbClr val="000000">
              <a:alpha val="8000"/>
            </a:srgbClr>
          </a:solidFill>
          <a:ln w="12700">
            <a:solidFill>
              <a:srgbClr val="000000"/>
            </a:solidFill>
            <a:prstDash val="solid"/>
          </a:ln>
        </p:spPr>
      </p:sp>
      <p:sp>
        <p:nvSpPr>
          <p:cNvPr id="50" name="Shape 48"/>
          <p:cNvSpPr/>
          <p:nvPr/>
        </p:nvSpPr>
        <p:spPr>
          <a:xfrm>
            <a:off x="0" y="4389120"/>
            <a:ext cx="9144000" cy="36576"/>
          </a:xfrm>
          <a:prstGeom prst="rect">
            <a:avLst/>
          </a:prstGeom>
          <a:solidFill>
            <a:srgbClr val="000000">
              <a:alpha val="8000"/>
            </a:srgbClr>
          </a:solidFill>
          <a:ln w="12700">
            <a:solidFill>
              <a:srgbClr val="000000"/>
            </a:solidFill>
            <a:prstDash val="solid"/>
          </a:ln>
        </p:spPr>
      </p:sp>
      <p:sp>
        <p:nvSpPr>
          <p:cNvPr id="51" name="Shape 49"/>
          <p:cNvSpPr/>
          <p:nvPr/>
        </p:nvSpPr>
        <p:spPr>
          <a:xfrm>
            <a:off x="0" y="4480560"/>
            <a:ext cx="9144000" cy="36576"/>
          </a:xfrm>
          <a:prstGeom prst="rect">
            <a:avLst/>
          </a:prstGeom>
          <a:solidFill>
            <a:srgbClr val="000000">
              <a:alpha val="8000"/>
            </a:srgbClr>
          </a:solidFill>
          <a:ln w="12700">
            <a:solidFill>
              <a:srgbClr val="000000"/>
            </a:solidFill>
            <a:prstDash val="solid"/>
          </a:ln>
        </p:spPr>
      </p:sp>
      <p:sp>
        <p:nvSpPr>
          <p:cNvPr id="52" name="Shape 50"/>
          <p:cNvSpPr/>
          <p:nvPr/>
        </p:nvSpPr>
        <p:spPr>
          <a:xfrm>
            <a:off x="0" y="4572000"/>
            <a:ext cx="9144000" cy="36576"/>
          </a:xfrm>
          <a:prstGeom prst="rect">
            <a:avLst/>
          </a:prstGeom>
          <a:solidFill>
            <a:srgbClr val="000000">
              <a:alpha val="8000"/>
            </a:srgbClr>
          </a:solidFill>
          <a:ln w="12700">
            <a:solidFill>
              <a:srgbClr val="000000"/>
            </a:solidFill>
            <a:prstDash val="solid"/>
          </a:ln>
        </p:spPr>
      </p:sp>
      <p:sp>
        <p:nvSpPr>
          <p:cNvPr id="53" name="Shape 51"/>
          <p:cNvSpPr/>
          <p:nvPr/>
        </p:nvSpPr>
        <p:spPr>
          <a:xfrm>
            <a:off x="0" y="4663440"/>
            <a:ext cx="9144000" cy="36576"/>
          </a:xfrm>
          <a:prstGeom prst="rect">
            <a:avLst/>
          </a:prstGeom>
          <a:solidFill>
            <a:srgbClr val="000000">
              <a:alpha val="8000"/>
            </a:srgbClr>
          </a:solidFill>
          <a:ln w="12700">
            <a:solidFill>
              <a:srgbClr val="000000"/>
            </a:solidFill>
            <a:prstDash val="solid"/>
          </a:ln>
        </p:spPr>
      </p:sp>
      <p:sp>
        <p:nvSpPr>
          <p:cNvPr id="54" name="Shape 52"/>
          <p:cNvSpPr/>
          <p:nvPr/>
        </p:nvSpPr>
        <p:spPr>
          <a:xfrm>
            <a:off x="0" y="4754880"/>
            <a:ext cx="9144000" cy="36576"/>
          </a:xfrm>
          <a:prstGeom prst="rect">
            <a:avLst/>
          </a:prstGeom>
          <a:solidFill>
            <a:srgbClr val="000000">
              <a:alpha val="8000"/>
            </a:srgbClr>
          </a:solidFill>
          <a:ln w="12700">
            <a:solidFill>
              <a:srgbClr val="000000"/>
            </a:solidFill>
            <a:prstDash val="solid"/>
          </a:ln>
        </p:spPr>
      </p:sp>
      <p:sp>
        <p:nvSpPr>
          <p:cNvPr id="55" name="Shape 53"/>
          <p:cNvSpPr/>
          <p:nvPr/>
        </p:nvSpPr>
        <p:spPr>
          <a:xfrm>
            <a:off x="0" y="4846320"/>
            <a:ext cx="9144000" cy="36576"/>
          </a:xfrm>
          <a:prstGeom prst="rect">
            <a:avLst/>
          </a:prstGeom>
          <a:solidFill>
            <a:srgbClr val="000000">
              <a:alpha val="8000"/>
            </a:srgbClr>
          </a:solidFill>
          <a:ln w="12700">
            <a:solidFill>
              <a:srgbClr val="000000"/>
            </a:solidFill>
            <a:prstDash val="solid"/>
          </a:ln>
        </p:spPr>
      </p:sp>
      <p:sp>
        <p:nvSpPr>
          <p:cNvPr id="56" name="Shape 54"/>
          <p:cNvSpPr/>
          <p:nvPr/>
        </p:nvSpPr>
        <p:spPr>
          <a:xfrm>
            <a:off x="0" y="4937760"/>
            <a:ext cx="9144000" cy="36576"/>
          </a:xfrm>
          <a:prstGeom prst="rect">
            <a:avLst/>
          </a:prstGeom>
          <a:solidFill>
            <a:srgbClr val="000000">
              <a:alpha val="8000"/>
            </a:srgbClr>
          </a:solidFill>
          <a:ln w="12700">
            <a:solidFill>
              <a:srgbClr val="000000"/>
            </a:solidFill>
            <a:prstDash val="solid"/>
          </a:ln>
        </p:spPr>
      </p:sp>
      <p:sp>
        <p:nvSpPr>
          <p:cNvPr id="57" name="Shape 55"/>
          <p:cNvSpPr/>
          <p:nvPr/>
        </p:nvSpPr>
        <p:spPr>
          <a:xfrm>
            <a:off x="0" y="5029200"/>
            <a:ext cx="9144000" cy="36576"/>
          </a:xfrm>
          <a:prstGeom prst="rect">
            <a:avLst/>
          </a:prstGeom>
          <a:solidFill>
            <a:srgbClr val="000000">
              <a:alpha val="8000"/>
            </a:srgbClr>
          </a:solidFill>
          <a:ln w="12700">
            <a:solidFill>
              <a:srgbClr val="000000"/>
            </a:solidFill>
            <a:prstDash val="solid"/>
          </a:ln>
        </p:spPr>
      </p:sp>
      <p:sp>
        <p:nvSpPr>
          <p:cNvPr id="58" name="Shape 56"/>
          <p:cNvSpPr/>
          <p:nvPr/>
        </p:nvSpPr>
        <p:spPr>
          <a:xfrm>
            <a:off x="0" y="0"/>
            <a:ext cx="9144000" cy="320040"/>
          </a:xfrm>
          <a:prstGeom prst="rect">
            <a:avLst/>
          </a:prstGeom>
          <a:solidFill>
            <a:srgbClr val="13131E"/>
          </a:solidFill>
          <a:ln w="12700">
            <a:solidFill>
              <a:srgbClr val="C9A84C"/>
            </a:solidFill>
            <a:prstDash val="solid"/>
          </a:ln>
        </p:spPr>
      </p:sp>
      <p:sp>
        <p:nvSpPr>
          <p:cNvPr id="59" name="Text 57"/>
          <p:cNvSpPr/>
          <p:nvPr/>
        </p:nvSpPr>
        <p:spPr>
          <a:xfrm>
            <a:off x="0" y="0"/>
            <a:ext cx="9144000" cy="320040"/>
          </a:xfrm>
          <a:prstGeom prst="rect">
            <a:avLst/>
          </a:prstGeom>
          <a:noFill/>
          <a:ln/>
        </p:spPr>
        <p:txBody>
          <a:bodyPr wrap="square" lIns="0" tIns="0" rIns="0" bIns="0" rtlCol="0" anchor="ctr"/>
          <a:lstStyle/>
          <a:p>
            <a:pPr algn="ctr" indent="0" marL="0">
              <a:buNone/>
            </a:pPr>
            <a:r>
              <a:rPr lang="en-US" sz="900" spc="200" kern="0" dirty="0">
                <a:solidFill>
                  <a:srgbClr val="5A5445"/>
                </a:solidFill>
                <a:latin typeface="Consolas" pitchFamily="34" charset="0"/>
                <a:ea typeface="Consolas" pitchFamily="34" charset="-122"/>
                <a:cs typeface="Consolas" pitchFamily="34" charset="-120"/>
              </a:rPr>
              <a:t>★  CLASSIFIED  //  FÜHRUNGSBEWERBUNG  //  ZUGANG: ALPHA  ★</a:t>
            </a:r>
            <a:endParaRPr lang="en-US" sz="900" dirty="0"/>
          </a:p>
        </p:txBody>
      </p:sp>
      <p:sp>
        <p:nvSpPr>
          <p:cNvPr id="60" name="Shape 58"/>
          <p:cNvSpPr/>
          <p:nvPr/>
        </p:nvSpPr>
        <p:spPr>
          <a:xfrm>
            <a:off x="0" y="4818888"/>
            <a:ext cx="9144000" cy="329184"/>
          </a:xfrm>
          <a:prstGeom prst="rect">
            <a:avLst/>
          </a:prstGeom>
          <a:solidFill>
            <a:srgbClr val="13131E"/>
          </a:solidFill>
          <a:ln w="12700">
            <a:solidFill>
              <a:srgbClr val="C9A84C"/>
            </a:solidFill>
            <a:prstDash val="solid"/>
          </a:ln>
        </p:spPr>
      </p:sp>
      <p:sp>
        <p:nvSpPr>
          <p:cNvPr id="61" name="Shape 59"/>
          <p:cNvSpPr/>
          <p:nvPr/>
        </p:nvSpPr>
        <p:spPr>
          <a:xfrm>
            <a:off x="457200" y="320040"/>
            <a:ext cx="8229600" cy="9144"/>
          </a:xfrm>
          <a:prstGeom prst="rect">
            <a:avLst/>
          </a:prstGeom>
          <a:solidFill>
            <a:srgbClr val="C9A84C"/>
          </a:solidFill>
          <a:ln w="12700">
            <a:solidFill>
              <a:srgbClr val="C9A84C"/>
            </a:solidFill>
            <a:prstDash val="solid"/>
          </a:ln>
        </p:spPr>
      </p:sp>
      <p:sp>
        <p:nvSpPr>
          <p:cNvPr id="62" name="Shape 60"/>
          <p:cNvSpPr/>
          <p:nvPr/>
        </p:nvSpPr>
        <p:spPr>
          <a:xfrm>
            <a:off x="457200" y="4818888"/>
            <a:ext cx="8229600" cy="9144"/>
          </a:xfrm>
          <a:prstGeom prst="rect">
            <a:avLst/>
          </a:prstGeom>
          <a:solidFill>
            <a:srgbClr val="C9A84C"/>
          </a:solidFill>
          <a:ln w="12700">
            <a:solidFill>
              <a:srgbClr val="C9A84C"/>
            </a:solidFill>
            <a:prstDash val="solid"/>
          </a:ln>
        </p:spPr>
      </p:sp>
      <p:sp>
        <p:nvSpPr>
          <p:cNvPr id="63" name="Text 61"/>
          <p:cNvSpPr/>
          <p:nvPr/>
        </p:nvSpPr>
        <p:spPr>
          <a:xfrm>
            <a:off x="0" y="457200"/>
            <a:ext cx="9144000" cy="640080"/>
          </a:xfrm>
          <a:prstGeom prst="rect">
            <a:avLst/>
          </a:prstGeom>
          <a:noFill/>
          <a:ln/>
        </p:spPr>
        <p:txBody>
          <a:bodyPr wrap="square" lIns="0" tIns="0" rIns="0" bIns="0" rtlCol="0" anchor="ctr"/>
          <a:lstStyle/>
          <a:p>
            <a:pPr algn="ctr" indent="0" marL="0">
              <a:buNone/>
            </a:pPr>
            <a:r>
              <a:rPr lang="en-US" sz="3600" dirty="0">
                <a:solidFill>
                  <a:srgbClr val="C9A84C">
                    <a:alpha val="30000"/>
                  </a:srgbClr>
                </a:solidFill>
              </a:rPr>
              <a:t>⬡</a:t>
            </a:r>
            <a:endParaRPr lang="en-US" sz="3600" dirty="0"/>
          </a:p>
        </p:txBody>
      </p:sp>
      <p:sp>
        <p:nvSpPr>
          <p:cNvPr id="64" name="Text 62"/>
          <p:cNvSpPr/>
          <p:nvPr/>
        </p:nvSpPr>
        <p:spPr>
          <a:xfrm>
            <a:off x="0" y="1005840"/>
            <a:ext cx="9144000" cy="365760"/>
          </a:xfrm>
          <a:prstGeom prst="rect">
            <a:avLst/>
          </a:prstGeom>
          <a:noFill/>
          <a:ln/>
        </p:spPr>
        <p:txBody>
          <a:bodyPr wrap="square" lIns="0" tIns="0" rIns="0" bIns="0" rtlCol="0" anchor="ctr"/>
          <a:lstStyle/>
          <a:p>
            <a:pPr algn="ctr" indent="0" marL="0">
              <a:buNone/>
            </a:pPr>
            <a:r>
              <a:rPr lang="en-US" sz="1400" spc="800" kern="0" dirty="0">
                <a:solidFill>
                  <a:srgbClr val="C9A84C"/>
                </a:solidFill>
              </a:rPr>
              <a:t>★  ★  ★</a:t>
            </a:r>
            <a:endParaRPr lang="en-US" sz="1400" dirty="0"/>
          </a:p>
        </p:txBody>
      </p:sp>
      <p:sp>
        <p:nvSpPr>
          <p:cNvPr id="65" name="Text 63"/>
          <p:cNvSpPr/>
          <p:nvPr/>
        </p:nvSpPr>
        <p:spPr>
          <a:xfrm>
            <a:off x="457200" y="1417320"/>
            <a:ext cx="8229600" cy="960120"/>
          </a:xfrm>
          <a:prstGeom prst="rect">
            <a:avLst/>
          </a:prstGeom>
          <a:noFill/>
          <a:ln/>
        </p:spPr>
        <p:txBody>
          <a:bodyPr wrap="square" lIns="0" tIns="0" rIns="0" bIns="0" rtlCol="0" anchor="ctr"/>
          <a:lstStyle/>
          <a:p>
            <a:pPr algn="ctr" indent="0" marL="0">
              <a:buNone/>
            </a:pPr>
            <a:r>
              <a:rPr lang="en-US" sz="5400" b="1" spc="800" kern="0" dirty="0">
                <a:solidFill>
                  <a:srgbClr val="C9A84C"/>
                </a:solidFill>
                <a:latin typeface="Arial Black" pitchFamily="34" charset="0"/>
                <a:ea typeface="Arial Black" pitchFamily="34" charset="-122"/>
                <a:cs typeface="Arial Black" pitchFamily="34" charset="-120"/>
              </a:rPr>
              <a:t>NATIONAL GUARD</a:t>
            </a:r>
            <a:endParaRPr lang="en-US" sz="5400" dirty="0"/>
          </a:p>
        </p:txBody>
      </p:sp>
      <p:sp>
        <p:nvSpPr>
          <p:cNvPr id="66" name="Text 64"/>
          <p:cNvSpPr/>
          <p:nvPr/>
        </p:nvSpPr>
        <p:spPr>
          <a:xfrm>
            <a:off x="457200" y="2423160"/>
            <a:ext cx="8229600" cy="365760"/>
          </a:xfrm>
          <a:prstGeom prst="rect">
            <a:avLst/>
          </a:prstGeom>
          <a:noFill/>
          <a:ln/>
        </p:spPr>
        <p:txBody>
          <a:bodyPr wrap="square" lIns="0" tIns="0" rIns="0" bIns="0" rtlCol="0" anchor="ctr"/>
          <a:lstStyle/>
          <a:p>
            <a:pPr algn="ctr" indent="0" marL="0">
              <a:buNone/>
            </a:pPr>
            <a:r>
              <a:rPr lang="en-US" sz="1200" spc="300" kern="0" dirty="0">
                <a:solidFill>
                  <a:srgbClr val="5A5445"/>
                </a:solidFill>
                <a:latin typeface="Consolas" pitchFamily="34" charset="0"/>
                <a:ea typeface="Consolas" pitchFamily="34" charset="-122"/>
                <a:cs typeface="Consolas" pitchFamily="34" charset="-120"/>
              </a:rPr>
              <a:t>FÜHRUNGSBEWERBUNG  —  INTERNE DOKUMENTATION</a:t>
            </a:r>
            <a:endParaRPr lang="en-US" sz="1200" dirty="0"/>
          </a:p>
        </p:txBody>
      </p:sp>
      <p:sp>
        <p:nvSpPr>
          <p:cNvPr id="67" name="Shape 65"/>
          <p:cNvSpPr/>
          <p:nvPr/>
        </p:nvSpPr>
        <p:spPr>
          <a:xfrm>
            <a:off x="2011680" y="2926080"/>
            <a:ext cx="5120640" cy="1463040"/>
          </a:xfrm>
          <a:prstGeom prst="rect">
            <a:avLst/>
          </a:prstGeom>
          <a:solidFill>
            <a:srgbClr val="0D0D14"/>
          </a:solidFill>
          <a:ln w="12700">
            <a:solidFill>
              <a:srgbClr val="C9A84C"/>
            </a:solidFill>
            <a:prstDash val="solid"/>
          </a:ln>
        </p:spPr>
      </p:sp>
      <p:sp>
        <p:nvSpPr>
          <p:cNvPr id="68" name="Shape 66"/>
          <p:cNvSpPr/>
          <p:nvPr/>
        </p:nvSpPr>
        <p:spPr>
          <a:xfrm>
            <a:off x="2011680" y="2926080"/>
            <a:ext cx="228600" cy="73152"/>
          </a:xfrm>
          <a:prstGeom prst="rect">
            <a:avLst/>
          </a:prstGeom>
          <a:solidFill>
            <a:srgbClr val="C9A84C"/>
          </a:solidFill>
          <a:ln w="12700">
            <a:solidFill>
              <a:srgbClr val="C9A84C"/>
            </a:solidFill>
            <a:prstDash val="solid"/>
          </a:ln>
        </p:spPr>
      </p:sp>
      <p:sp>
        <p:nvSpPr>
          <p:cNvPr id="69" name="Shape 67"/>
          <p:cNvSpPr/>
          <p:nvPr/>
        </p:nvSpPr>
        <p:spPr>
          <a:xfrm>
            <a:off x="6903720" y="2926080"/>
            <a:ext cx="228600" cy="73152"/>
          </a:xfrm>
          <a:prstGeom prst="rect">
            <a:avLst/>
          </a:prstGeom>
          <a:solidFill>
            <a:srgbClr val="C9A84C"/>
          </a:solidFill>
          <a:ln w="12700">
            <a:solidFill>
              <a:srgbClr val="C9A84C"/>
            </a:solidFill>
            <a:prstDash val="solid"/>
          </a:ln>
        </p:spPr>
      </p:sp>
      <p:sp>
        <p:nvSpPr>
          <p:cNvPr id="70" name="Shape 68"/>
          <p:cNvSpPr/>
          <p:nvPr/>
        </p:nvSpPr>
        <p:spPr>
          <a:xfrm>
            <a:off x="2011680" y="4315968"/>
            <a:ext cx="228600" cy="73152"/>
          </a:xfrm>
          <a:prstGeom prst="rect">
            <a:avLst/>
          </a:prstGeom>
          <a:solidFill>
            <a:srgbClr val="C9A84C"/>
          </a:solidFill>
          <a:ln w="12700">
            <a:solidFill>
              <a:srgbClr val="C9A84C"/>
            </a:solidFill>
            <a:prstDash val="solid"/>
          </a:ln>
        </p:spPr>
      </p:sp>
      <p:sp>
        <p:nvSpPr>
          <p:cNvPr id="71" name="Shape 69"/>
          <p:cNvSpPr/>
          <p:nvPr/>
        </p:nvSpPr>
        <p:spPr>
          <a:xfrm>
            <a:off x="6903720" y="4315968"/>
            <a:ext cx="228600" cy="73152"/>
          </a:xfrm>
          <a:prstGeom prst="rect">
            <a:avLst/>
          </a:prstGeom>
          <a:solidFill>
            <a:srgbClr val="C9A84C"/>
          </a:solidFill>
          <a:ln w="12700">
            <a:solidFill>
              <a:srgbClr val="C9A84C"/>
            </a:solidFill>
            <a:prstDash val="solid"/>
          </a:ln>
        </p:spPr>
      </p:sp>
      <p:sp>
        <p:nvSpPr>
          <p:cNvPr id="72" name="Text 70"/>
          <p:cNvSpPr/>
          <p:nvPr/>
        </p:nvSpPr>
        <p:spPr>
          <a:xfrm>
            <a:off x="2011680" y="2761488"/>
            <a:ext cx="5120640" cy="201168"/>
          </a:xfrm>
          <a:prstGeom prst="rect">
            <a:avLst/>
          </a:prstGeom>
          <a:noFill/>
          <a:ln/>
        </p:spPr>
        <p:txBody>
          <a:bodyPr wrap="square" lIns="0" tIns="0" rIns="0" bIns="0" rtlCol="0" anchor="ctr"/>
          <a:lstStyle/>
          <a:p>
            <a:pPr algn="ctr" indent="0" marL="0">
              <a:buNone/>
            </a:pPr>
            <a:r>
              <a:rPr lang="en-US" sz="900" spc="400" kern="0" dirty="0">
                <a:solidFill>
                  <a:srgbClr val="C9A84C"/>
                </a:solidFill>
                <a:latin typeface="Consolas" pitchFamily="34" charset="0"/>
                <a:ea typeface="Consolas" pitchFamily="34" charset="-122"/>
                <a:cs typeface="Consolas" pitchFamily="34" charset="-120"/>
              </a:rPr>
              <a:t>HIGH COMMAND</a:t>
            </a:r>
            <a:endParaRPr lang="en-US" sz="900" dirty="0"/>
          </a:p>
        </p:txBody>
      </p:sp>
      <p:sp>
        <p:nvSpPr>
          <p:cNvPr id="73" name="Text 71"/>
          <p:cNvSpPr/>
          <p:nvPr/>
        </p:nvSpPr>
        <p:spPr>
          <a:xfrm>
            <a:off x="2011680" y="3127248"/>
            <a:ext cx="1706880" cy="228600"/>
          </a:xfrm>
          <a:prstGeom prst="rect">
            <a:avLst/>
          </a:prstGeom>
          <a:noFill/>
          <a:ln/>
        </p:spPr>
        <p:txBody>
          <a:bodyPr wrap="square" lIns="0" tIns="0" rIns="0" bIns="0" rtlCol="0" anchor="ctr"/>
          <a:lstStyle/>
          <a:p>
            <a:pPr algn="ctr" indent="0" marL="0">
              <a:buNone/>
            </a:pPr>
            <a:r>
              <a:rPr lang="en-US" sz="900" dirty="0">
                <a:solidFill>
                  <a:srgbClr val="5A5445"/>
                </a:solidFill>
                <a:latin typeface="Consolas" pitchFamily="34" charset="0"/>
                <a:ea typeface="Consolas" pitchFamily="34" charset="-122"/>
                <a:cs typeface="Consolas" pitchFamily="34" charset="-120"/>
              </a:rPr>
              <a:t>IC NAME</a:t>
            </a:r>
            <a:endParaRPr lang="en-US" sz="900" dirty="0"/>
          </a:p>
        </p:txBody>
      </p:sp>
      <p:sp>
        <p:nvSpPr>
          <p:cNvPr id="74" name="Text 72"/>
          <p:cNvSpPr/>
          <p:nvPr/>
        </p:nvSpPr>
        <p:spPr>
          <a:xfrm>
            <a:off x="2011680" y="3401568"/>
            <a:ext cx="1706880" cy="457200"/>
          </a:xfrm>
          <a:prstGeom prst="rect">
            <a:avLst/>
          </a:prstGeom>
          <a:noFill/>
          <a:ln/>
        </p:spPr>
        <p:txBody>
          <a:bodyPr wrap="square" lIns="0" tIns="0" rIns="0" bIns="0" rtlCol="0" anchor="ctr"/>
          <a:lstStyle/>
          <a:p>
            <a:pPr algn="ctr" indent="0" marL="0">
              <a:buNone/>
            </a:pPr>
            <a:r>
              <a:rPr lang="en-US" sz="1600" b="1" dirty="0">
                <a:solidFill>
                  <a:srgbClr val="F0D080"/>
                </a:solidFill>
                <a:latin typeface="Consolas" pitchFamily="34" charset="0"/>
                <a:ea typeface="Consolas" pitchFamily="34" charset="-122"/>
                <a:cs typeface="Consolas" pitchFamily="34" charset="-120"/>
              </a:rPr>
              <a:t>MICHAEL KALASH</a:t>
            </a:r>
            <a:endParaRPr lang="en-US" sz="1600" dirty="0"/>
          </a:p>
        </p:txBody>
      </p:sp>
      <p:sp>
        <p:nvSpPr>
          <p:cNvPr id="75" name="Text 73"/>
          <p:cNvSpPr/>
          <p:nvPr/>
        </p:nvSpPr>
        <p:spPr>
          <a:xfrm>
            <a:off x="3718560" y="3127248"/>
            <a:ext cx="1706880" cy="228600"/>
          </a:xfrm>
          <a:prstGeom prst="rect">
            <a:avLst/>
          </a:prstGeom>
          <a:noFill/>
          <a:ln/>
        </p:spPr>
        <p:txBody>
          <a:bodyPr wrap="square" lIns="0" tIns="0" rIns="0" bIns="0" rtlCol="0" anchor="ctr"/>
          <a:lstStyle/>
          <a:p>
            <a:pPr algn="ctr" indent="0" marL="0">
              <a:buNone/>
            </a:pPr>
            <a:r>
              <a:rPr lang="en-US" sz="900" dirty="0">
                <a:solidFill>
                  <a:srgbClr val="5A5445"/>
                </a:solidFill>
                <a:latin typeface="Consolas" pitchFamily="34" charset="0"/>
                <a:ea typeface="Consolas" pitchFamily="34" charset="-122"/>
                <a:cs typeface="Consolas" pitchFamily="34" charset="-120"/>
              </a:rPr>
              <a:t>PASS-ID</a:t>
            </a:r>
            <a:endParaRPr lang="en-US" sz="900" dirty="0"/>
          </a:p>
        </p:txBody>
      </p:sp>
      <p:sp>
        <p:nvSpPr>
          <p:cNvPr id="76" name="Text 74"/>
          <p:cNvSpPr/>
          <p:nvPr/>
        </p:nvSpPr>
        <p:spPr>
          <a:xfrm>
            <a:off x="3718560" y="3401568"/>
            <a:ext cx="1706880" cy="457200"/>
          </a:xfrm>
          <a:prstGeom prst="rect">
            <a:avLst/>
          </a:prstGeom>
          <a:noFill/>
          <a:ln/>
        </p:spPr>
        <p:txBody>
          <a:bodyPr wrap="square" lIns="0" tIns="0" rIns="0" bIns="0" rtlCol="0" anchor="ctr"/>
          <a:lstStyle/>
          <a:p>
            <a:pPr algn="ctr" indent="0" marL="0">
              <a:buNone/>
            </a:pPr>
            <a:r>
              <a:rPr lang="en-US" sz="1600" b="1" dirty="0">
                <a:solidFill>
                  <a:srgbClr val="F0D080"/>
                </a:solidFill>
                <a:latin typeface="Consolas" pitchFamily="34" charset="0"/>
                <a:ea typeface="Consolas" pitchFamily="34" charset="-122"/>
                <a:cs typeface="Consolas" pitchFamily="34" charset="-120"/>
              </a:rPr>
              <a:t>#243336</a:t>
            </a:r>
            <a:endParaRPr lang="en-US" sz="1600" dirty="0"/>
          </a:p>
        </p:txBody>
      </p:sp>
      <p:sp>
        <p:nvSpPr>
          <p:cNvPr id="77" name="Text 75"/>
          <p:cNvSpPr/>
          <p:nvPr/>
        </p:nvSpPr>
        <p:spPr>
          <a:xfrm>
            <a:off x="5425440" y="3127248"/>
            <a:ext cx="1706880" cy="228600"/>
          </a:xfrm>
          <a:prstGeom prst="rect">
            <a:avLst/>
          </a:prstGeom>
          <a:noFill/>
          <a:ln/>
        </p:spPr>
        <p:txBody>
          <a:bodyPr wrap="square" lIns="0" tIns="0" rIns="0" bIns="0" rtlCol="0" anchor="ctr"/>
          <a:lstStyle/>
          <a:p>
            <a:pPr algn="ctr" indent="0" marL="0">
              <a:buNone/>
            </a:pPr>
            <a:r>
              <a:rPr lang="en-US" sz="900" dirty="0">
                <a:solidFill>
                  <a:srgbClr val="5A5445"/>
                </a:solidFill>
                <a:latin typeface="Consolas" pitchFamily="34" charset="0"/>
                <a:ea typeface="Consolas" pitchFamily="34" charset="-122"/>
                <a:cs typeface="Consolas" pitchFamily="34" charset="-120"/>
              </a:rPr>
              <a:t>VISUM</a:t>
            </a:r>
            <a:endParaRPr lang="en-US" sz="900" dirty="0"/>
          </a:p>
        </p:txBody>
      </p:sp>
      <p:sp>
        <p:nvSpPr>
          <p:cNvPr id="78" name="Text 76"/>
          <p:cNvSpPr/>
          <p:nvPr/>
        </p:nvSpPr>
        <p:spPr>
          <a:xfrm>
            <a:off x="5425440" y="3401568"/>
            <a:ext cx="1706880" cy="457200"/>
          </a:xfrm>
          <a:prstGeom prst="rect">
            <a:avLst/>
          </a:prstGeom>
          <a:noFill/>
          <a:ln/>
        </p:spPr>
        <p:txBody>
          <a:bodyPr wrap="square" lIns="0" tIns="0" rIns="0" bIns="0" rtlCol="0" anchor="ctr"/>
          <a:lstStyle/>
          <a:p>
            <a:pPr algn="ctr" indent="0" marL="0">
              <a:buNone/>
            </a:pPr>
            <a:r>
              <a:rPr lang="en-US" sz="1600" b="1" dirty="0">
                <a:solidFill>
                  <a:srgbClr val="F0D080"/>
                </a:solidFill>
                <a:latin typeface="Consolas" pitchFamily="34" charset="0"/>
                <a:ea typeface="Consolas" pitchFamily="34" charset="-122"/>
                <a:cs typeface="Consolas" pitchFamily="34" charset="-120"/>
              </a:rPr>
              <a:t>24</a:t>
            </a:r>
            <a:endParaRPr lang="en-US" sz="1600" dirty="0"/>
          </a:p>
        </p:txBody>
      </p:sp>
      <p:sp>
        <p:nvSpPr>
          <p:cNvPr id="79" name="Text 77"/>
          <p:cNvSpPr/>
          <p:nvPr/>
        </p:nvSpPr>
        <p:spPr>
          <a:xfrm>
            <a:off x="0" y="4818888"/>
            <a:ext cx="9144000" cy="329184"/>
          </a:xfrm>
          <a:prstGeom prst="rect">
            <a:avLst/>
          </a:prstGeom>
          <a:noFill/>
          <a:ln/>
        </p:spPr>
        <p:txBody>
          <a:bodyPr wrap="square" lIns="0" tIns="0" rIns="0" bIns="0" rtlCol="0" anchor="ctr"/>
          <a:lstStyle/>
          <a:p>
            <a:pPr algn="ctr" indent="0" marL="0">
              <a:buNone/>
            </a:pPr>
            <a:r>
              <a:rPr lang="en-US" sz="800" spc="200" kern="0" dirty="0">
                <a:solidFill>
                  <a:srgbClr val="5A5445"/>
                </a:solidFill>
                <a:latin typeface="Consolas" pitchFamily="34" charset="0"/>
                <a:ea typeface="Consolas" pitchFamily="34" charset="-122"/>
                <a:cs typeface="Consolas" pitchFamily="34" charset="-120"/>
              </a:rPr>
              <a:t>BEWERBER: MICHAELL KALASHNIKOV  //  PASS #243336  //  VISUM 24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60A"/>
        </a:solidFill>
      </p:bgPr>
    </p:bg>
    <p:spTree>
      <p:nvGrpSpPr>
        <p:cNvPr id="1" name=""/>
        <p:cNvGrpSpPr/>
        <p:nvPr/>
      </p:nvGrpSpPr>
      <p:grpSpPr>
        <a:xfrm>
          <a:off x="0" y="0"/>
          <a:ext cx="0" cy="0"/>
          <a:chOff x="0" y="0"/>
          <a:chExt cx="0" cy="0"/>
        </a:xfrm>
      </p:grpSpPr>
      <p:sp>
        <p:nvSpPr>
          <p:cNvPr id="2" name="Shape 0"/>
          <p:cNvSpPr/>
          <p:nvPr/>
        </p:nvSpPr>
        <p:spPr>
          <a:xfrm>
            <a:off x="457200" y="320040"/>
            <a:ext cx="8229600" cy="9144"/>
          </a:xfrm>
          <a:prstGeom prst="rect">
            <a:avLst/>
          </a:prstGeom>
          <a:solidFill>
            <a:srgbClr val="C9A84C"/>
          </a:solidFill>
          <a:ln w="12700">
            <a:solidFill>
              <a:srgbClr val="C9A84C"/>
            </a:solidFill>
            <a:prstDash val="solid"/>
          </a:ln>
        </p:spPr>
      </p:sp>
      <p:sp>
        <p:nvSpPr>
          <p:cNvPr id="3" name="Text 1"/>
          <p:cNvSpPr/>
          <p:nvPr/>
        </p:nvSpPr>
        <p:spPr>
          <a:xfrm>
            <a:off x="457200" y="73152"/>
            <a:ext cx="8229600" cy="274320"/>
          </a:xfrm>
          <a:prstGeom prst="rect">
            <a:avLst/>
          </a:prstGeom>
          <a:noFill/>
          <a:ln/>
        </p:spPr>
        <p:txBody>
          <a:bodyPr wrap="square" lIns="0" tIns="0" rIns="0" bIns="0" rtlCol="0" anchor="ctr"/>
          <a:lstStyle/>
          <a:p>
            <a:pPr indent="0" marL="0">
              <a:buNone/>
            </a:pPr>
            <a:r>
              <a:rPr lang="en-US" sz="1000" b="1" spc="300" kern="0" dirty="0">
                <a:solidFill>
                  <a:srgbClr val="C9A84C"/>
                </a:solidFill>
                <a:latin typeface="Consolas" pitchFamily="34" charset="0"/>
                <a:ea typeface="Consolas" pitchFamily="34" charset="-122"/>
                <a:cs typeface="Consolas" pitchFamily="34" charset="-120"/>
              </a:rPr>
              <a:t>01  PERSONALAKTE</a:t>
            </a:r>
            <a:endParaRPr lang="en-US" sz="1000" dirty="0"/>
          </a:p>
        </p:txBody>
      </p:sp>
      <p:sp>
        <p:nvSpPr>
          <p:cNvPr id="4" name="Shape 2"/>
          <p:cNvSpPr/>
          <p:nvPr/>
        </p:nvSpPr>
        <p:spPr>
          <a:xfrm>
            <a:off x="457200" y="384048"/>
            <a:ext cx="1371600" cy="658368"/>
          </a:xfrm>
          <a:prstGeom prst="rect">
            <a:avLst/>
          </a:prstGeom>
          <a:solidFill>
            <a:srgbClr val="13131E"/>
          </a:solidFill>
          <a:ln w="12700">
            <a:solidFill>
              <a:srgbClr val="2A2415"/>
            </a:solidFill>
            <a:prstDash val="solid"/>
          </a:ln>
        </p:spPr>
      </p:sp>
      <p:sp>
        <p:nvSpPr>
          <p:cNvPr id="5" name="Shape 3"/>
          <p:cNvSpPr/>
          <p:nvPr/>
        </p:nvSpPr>
        <p:spPr>
          <a:xfrm>
            <a:off x="457200" y="384048"/>
            <a:ext cx="45720" cy="658368"/>
          </a:xfrm>
          <a:prstGeom prst="rect">
            <a:avLst/>
          </a:prstGeom>
          <a:solidFill>
            <a:srgbClr val="C9A84C"/>
          </a:solidFill>
          <a:ln w="12700">
            <a:solidFill>
              <a:srgbClr val="C9A84C"/>
            </a:solidFill>
            <a:prstDash val="solid"/>
          </a:ln>
        </p:spPr>
      </p:sp>
      <p:sp>
        <p:nvSpPr>
          <p:cNvPr id="6" name="Text 4"/>
          <p:cNvSpPr/>
          <p:nvPr/>
        </p:nvSpPr>
        <p:spPr>
          <a:xfrm>
            <a:off x="548640" y="429768"/>
            <a:ext cx="1234440" cy="201168"/>
          </a:xfrm>
          <a:prstGeom prst="rect">
            <a:avLst/>
          </a:prstGeom>
          <a:noFill/>
          <a:ln/>
        </p:spPr>
        <p:txBody>
          <a:bodyPr wrap="square" lIns="0" tIns="0" rIns="0" bIns="0" rtlCol="0" anchor="ctr"/>
          <a:lstStyle/>
          <a:p>
            <a:pPr indent="0" marL="0">
              <a:buNone/>
            </a:pPr>
            <a:r>
              <a:rPr lang="en-US" sz="800" dirty="0">
                <a:solidFill>
                  <a:srgbClr val="5A5445"/>
                </a:solidFill>
                <a:latin typeface="Consolas" pitchFamily="34" charset="0"/>
                <a:ea typeface="Consolas" pitchFamily="34" charset="-122"/>
                <a:cs typeface="Consolas" pitchFamily="34" charset="-120"/>
              </a:rPr>
              <a:t>VORNAME</a:t>
            </a:r>
            <a:endParaRPr lang="en-US" sz="800" dirty="0"/>
          </a:p>
        </p:txBody>
      </p:sp>
      <p:sp>
        <p:nvSpPr>
          <p:cNvPr id="7" name="Text 5"/>
          <p:cNvSpPr/>
          <p:nvPr/>
        </p:nvSpPr>
        <p:spPr>
          <a:xfrm>
            <a:off x="548640" y="621792"/>
            <a:ext cx="1234440" cy="274320"/>
          </a:xfrm>
          <a:prstGeom prst="rect">
            <a:avLst/>
          </a:prstGeom>
          <a:noFill/>
          <a:ln/>
        </p:spPr>
        <p:txBody>
          <a:bodyPr wrap="square" lIns="0" tIns="0" rIns="0" bIns="0" rtlCol="0" anchor="ctr"/>
          <a:lstStyle/>
          <a:p>
            <a:pPr indent="0" marL="0">
              <a:buNone/>
            </a:pPr>
            <a:r>
              <a:rPr lang="en-US" sz="1200" b="1" dirty="0">
                <a:solidFill>
                  <a:srgbClr val="F0D080"/>
                </a:solidFill>
                <a:latin typeface="Consolas" pitchFamily="34" charset="0"/>
                <a:ea typeface="Consolas" pitchFamily="34" charset="-122"/>
                <a:cs typeface="Consolas" pitchFamily="34" charset="-120"/>
              </a:rPr>
              <a:t>Marc</a:t>
            </a:r>
            <a:endParaRPr lang="en-US" sz="1200" dirty="0"/>
          </a:p>
        </p:txBody>
      </p:sp>
      <p:sp>
        <p:nvSpPr>
          <p:cNvPr id="8" name="Shape 6"/>
          <p:cNvSpPr/>
          <p:nvPr/>
        </p:nvSpPr>
        <p:spPr>
          <a:xfrm>
            <a:off x="1901952" y="384048"/>
            <a:ext cx="1371600" cy="658368"/>
          </a:xfrm>
          <a:prstGeom prst="rect">
            <a:avLst/>
          </a:prstGeom>
          <a:solidFill>
            <a:srgbClr val="13131E"/>
          </a:solidFill>
          <a:ln w="12700">
            <a:solidFill>
              <a:srgbClr val="2A2415"/>
            </a:solidFill>
            <a:prstDash val="solid"/>
          </a:ln>
        </p:spPr>
      </p:sp>
      <p:sp>
        <p:nvSpPr>
          <p:cNvPr id="9" name="Shape 7"/>
          <p:cNvSpPr/>
          <p:nvPr/>
        </p:nvSpPr>
        <p:spPr>
          <a:xfrm>
            <a:off x="1901952" y="384048"/>
            <a:ext cx="45720" cy="658368"/>
          </a:xfrm>
          <a:prstGeom prst="rect">
            <a:avLst/>
          </a:prstGeom>
          <a:solidFill>
            <a:srgbClr val="C9A84C"/>
          </a:solidFill>
          <a:ln w="12700">
            <a:solidFill>
              <a:srgbClr val="C9A84C"/>
            </a:solidFill>
            <a:prstDash val="solid"/>
          </a:ln>
        </p:spPr>
      </p:sp>
      <p:sp>
        <p:nvSpPr>
          <p:cNvPr id="10" name="Text 8"/>
          <p:cNvSpPr/>
          <p:nvPr/>
        </p:nvSpPr>
        <p:spPr>
          <a:xfrm>
            <a:off x="1993392" y="429768"/>
            <a:ext cx="1234440" cy="201168"/>
          </a:xfrm>
          <a:prstGeom prst="rect">
            <a:avLst/>
          </a:prstGeom>
          <a:noFill/>
          <a:ln/>
        </p:spPr>
        <p:txBody>
          <a:bodyPr wrap="square" lIns="0" tIns="0" rIns="0" bIns="0" rtlCol="0" anchor="ctr"/>
          <a:lstStyle/>
          <a:p>
            <a:pPr indent="0" marL="0">
              <a:buNone/>
            </a:pPr>
            <a:r>
              <a:rPr lang="en-US" sz="800" dirty="0">
                <a:solidFill>
                  <a:srgbClr val="5A5445"/>
                </a:solidFill>
                <a:latin typeface="Consolas" pitchFamily="34" charset="0"/>
                <a:ea typeface="Consolas" pitchFamily="34" charset="-122"/>
                <a:cs typeface="Consolas" pitchFamily="34" charset="-120"/>
              </a:rPr>
              <a:t>ALTER</a:t>
            </a:r>
            <a:endParaRPr lang="en-US" sz="800" dirty="0"/>
          </a:p>
        </p:txBody>
      </p:sp>
      <p:sp>
        <p:nvSpPr>
          <p:cNvPr id="11" name="Text 9"/>
          <p:cNvSpPr/>
          <p:nvPr/>
        </p:nvSpPr>
        <p:spPr>
          <a:xfrm>
            <a:off x="1993392" y="621792"/>
            <a:ext cx="1234440" cy="274320"/>
          </a:xfrm>
          <a:prstGeom prst="rect">
            <a:avLst/>
          </a:prstGeom>
          <a:noFill/>
          <a:ln/>
        </p:spPr>
        <p:txBody>
          <a:bodyPr wrap="square" lIns="0" tIns="0" rIns="0" bIns="0" rtlCol="0" anchor="ctr"/>
          <a:lstStyle/>
          <a:p>
            <a:pPr indent="0" marL="0">
              <a:buNone/>
            </a:pPr>
            <a:r>
              <a:rPr lang="en-US" sz="1200" b="1" dirty="0">
                <a:solidFill>
                  <a:srgbClr val="F0D080"/>
                </a:solidFill>
                <a:latin typeface="Consolas" pitchFamily="34" charset="0"/>
                <a:ea typeface="Consolas" pitchFamily="34" charset="-122"/>
                <a:cs typeface="Consolas" pitchFamily="34" charset="-120"/>
              </a:rPr>
              <a:t>18</a:t>
            </a:r>
            <a:endParaRPr lang="en-US" sz="1200" dirty="0"/>
          </a:p>
        </p:txBody>
      </p:sp>
      <p:sp>
        <p:nvSpPr>
          <p:cNvPr id="12" name="Shape 10"/>
          <p:cNvSpPr/>
          <p:nvPr/>
        </p:nvSpPr>
        <p:spPr>
          <a:xfrm>
            <a:off x="3346704" y="384048"/>
            <a:ext cx="1371600" cy="658368"/>
          </a:xfrm>
          <a:prstGeom prst="rect">
            <a:avLst/>
          </a:prstGeom>
          <a:solidFill>
            <a:srgbClr val="13131E"/>
          </a:solidFill>
          <a:ln w="12700">
            <a:solidFill>
              <a:srgbClr val="2A2415"/>
            </a:solidFill>
            <a:prstDash val="solid"/>
          </a:ln>
        </p:spPr>
      </p:sp>
      <p:sp>
        <p:nvSpPr>
          <p:cNvPr id="13" name="Shape 11"/>
          <p:cNvSpPr/>
          <p:nvPr/>
        </p:nvSpPr>
        <p:spPr>
          <a:xfrm>
            <a:off x="3346704" y="384048"/>
            <a:ext cx="45720" cy="658368"/>
          </a:xfrm>
          <a:prstGeom prst="rect">
            <a:avLst/>
          </a:prstGeom>
          <a:solidFill>
            <a:srgbClr val="C9A84C"/>
          </a:solidFill>
          <a:ln w="12700">
            <a:solidFill>
              <a:srgbClr val="C9A84C"/>
            </a:solidFill>
            <a:prstDash val="solid"/>
          </a:ln>
        </p:spPr>
      </p:sp>
      <p:sp>
        <p:nvSpPr>
          <p:cNvPr id="14" name="Text 12"/>
          <p:cNvSpPr/>
          <p:nvPr/>
        </p:nvSpPr>
        <p:spPr>
          <a:xfrm>
            <a:off x="3438144" y="429768"/>
            <a:ext cx="1234440" cy="201168"/>
          </a:xfrm>
          <a:prstGeom prst="rect">
            <a:avLst/>
          </a:prstGeom>
          <a:noFill/>
          <a:ln/>
        </p:spPr>
        <p:txBody>
          <a:bodyPr wrap="square" lIns="0" tIns="0" rIns="0" bIns="0" rtlCol="0" anchor="ctr"/>
          <a:lstStyle/>
          <a:p>
            <a:pPr indent="0" marL="0">
              <a:buNone/>
            </a:pPr>
            <a:r>
              <a:rPr lang="en-US" sz="800" dirty="0">
                <a:solidFill>
                  <a:srgbClr val="5A5445"/>
                </a:solidFill>
                <a:latin typeface="Consolas" pitchFamily="34" charset="0"/>
                <a:ea typeface="Consolas" pitchFamily="34" charset="-122"/>
                <a:cs typeface="Consolas" pitchFamily="34" charset="-120"/>
              </a:rPr>
              <a:t>DISCORD</a:t>
            </a:r>
            <a:endParaRPr lang="en-US" sz="800" dirty="0"/>
          </a:p>
        </p:txBody>
      </p:sp>
      <p:sp>
        <p:nvSpPr>
          <p:cNvPr id="15" name="Text 13"/>
          <p:cNvSpPr/>
          <p:nvPr/>
        </p:nvSpPr>
        <p:spPr>
          <a:xfrm>
            <a:off x="3438144" y="621792"/>
            <a:ext cx="1234440" cy="274320"/>
          </a:xfrm>
          <a:prstGeom prst="rect">
            <a:avLst/>
          </a:prstGeom>
          <a:noFill/>
          <a:ln/>
        </p:spPr>
        <p:txBody>
          <a:bodyPr wrap="square" lIns="0" tIns="0" rIns="0" bIns="0" rtlCol="0" anchor="ctr"/>
          <a:lstStyle/>
          <a:p>
            <a:pPr indent="0" marL="0">
              <a:buNone/>
            </a:pPr>
            <a:r>
              <a:rPr lang="en-US" sz="1200" b="1" dirty="0">
                <a:solidFill>
                  <a:srgbClr val="F0D080"/>
                </a:solidFill>
                <a:latin typeface="Consolas" pitchFamily="34" charset="0"/>
                <a:ea typeface="Consolas" pitchFamily="34" charset="-122"/>
                <a:cs typeface="Consolas" pitchFamily="34" charset="-120"/>
              </a:rPr>
              <a:t>0xmarcx0</a:t>
            </a:r>
            <a:endParaRPr lang="en-US" sz="1200" dirty="0"/>
          </a:p>
        </p:txBody>
      </p:sp>
      <p:sp>
        <p:nvSpPr>
          <p:cNvPr id="16" name="Shape 14"/>
          <p:cNvSpPr/>
          <p:nvPr/>
        </p:nvSpPr>
        <p:spPr>
          <a:xfrm>
            <a:off x="4791456" y="384048"/>
            <a:ext cx="1371600" cy="658368"/>
          </a:xfrm>
          <a:prstGeom prst="rect">
            <a:avLst/>
          </a:prstGeom>
          <a:solidFill>
            <a:srgbClr val="13131E"/>
          </a:solidFill>
          <a:ln w="12700">
            <a:solidFill>
              <a:srgbClr val="2A2415"/>
            </a:solidFill>
            <a:prstDash val="solid"/>
          </a:ln>
        </p:spPr>
      </p:sp>
      <p:sp>
        <p:nvSpPr>
          <p:cNvPr id="17" name="Shape 15"/>
          <p:cNvSpPr/>
          <p:nvPr/>
        </p:nvSpPr>
        <p:spPr>
          <a:xfrm>
            <a:off x="4791456" y="384048"/>
            <a:ext cx="45720" cy="658368"/>
          </a:xfrm>
          <a:prstGeom prst="rect">
            <a:avLst/>
          </a:prstGeom>
          <a:solidFill>
            <a:srgbClr val="C9A84C"/>
          </a:solidFill>
          <a:ln w="12700">
            <a:solidFill>
              <a:srgbClr val="C9A84C"/>
            </a:solidFill>
            <a:prstDash val="solid"/>
          </a:ln>
        </p:spPr>
      </p:sp>
      <p:sp>
        <p:nvSpPr>
          <p:cNvPr id="18" name="Text 16"/>
          <p:cNvSpPr/>
          <p:nvPr/>
        </p:nvSpPr>
        <p:spPr>
          <a:xfrm>
            <a:off x="4882896" y="429768"/>
            <a:ext cx="1234440" cy="201168"/>
          </a:xfrm>
          <a:prstGeom prst="rect">
            <a:avLst/>
          </a:prstGeom>
          <a:noFill/>
          <a:ln/>
        </p:spPr>
        <p:txBody>
          <a:bodyPr wrap="square" lIns="0" tIns="0" rIns="0" bIns="0" rtlCol="0" anchor="ctr"/>
          <a:lstStyle/>
          <a:p>
            <a:pPr indent="0" marL="0">
              <a:buNone/>
            </a:pPr>
            <a:r>
              <a:rPr lang="en-US" sz="800" dirty="0">
                <a:solidFill>
                  <a:srgbClr val="5A5445"/>
                </a:solidFill>
                <a:latin typeface="Consolas" pitchFamily="34" charset="0"/>
                <a:ea typeface="Consolas" pitchFamily="34" charset="-122"/>
                <a:cs typeface="Consolas" pitchFamily="34" charset="-120"/>
              </a:rPr>
              <a:t>CHARNAME</a:t>
            </a:r>
            <a:endParaRPr lang="en-US" sz="800" dirty="0"/>
          </a:p>
        </p:txBody>
      </p:sp>
      <p:sp>
        <p:nvSpPr>
          <p:cNvPr id="19" name="Text 17"/>
          <p:cNvSpPr/>
          <p:nvPr/>
        </p:nvSpPr>
        <p:spPr>
          <a:xfrm>
            <a:off x="4882896" y="621792"/>
            <a:ext cx="1234440" cy="274320"/>
          </a:xfrm>
          <a:prstGeom prst="rect">
            <a:avLst/>
          </a:prstGeom>
          <a:noFill/>
          <a:ln/>
        </p:spPr>
        <p:txBody>
          <a:bodyPr wrap="square" lIns="0" tIns="0" rIns="0" bIns="0" rtlCol="0" anchor="ctr"/>
          <a:lstStyle/>
          <a:p>
            <a:pPr indent="0" marL="0">
              <a:buNone/>
            </a:pPr>
            <a:r>
              <a:rPr lang="en-US" sz="1200" b="1" dirty="0">
                <a:solidFill>
                  <a:srgbClr val="F0D080"/>
                </a:solidFill>
                <a:latin typeface="Consolas" pitchFamily="34" charset="0"/>
                <a:ea typeface="Consolas" pitchFamily="34" charset="-122"/>
                <a:cs typeface="Consolas" pitchFamily="34" charset="-120"/>
              </a:rPr>
              <a:t>Michaell Kalashnikov</a:t>
            </a:r>
            <a:endParaRPr lang="en-US" sz="1200" dirty="0"/>
          </a:p>
        </p:txBody>
      </p:sp>
      <p:sp>
        <p:nvSpPr>
          <p:cNvPr id="20" name="Shape 18"/>
          <p:cNvSpPr/>
          <p:nvPr/>
        </p:nvSpPr>
        <p:spPr>
          <a:xfrm>
            <a:off x="6236208" y="384048"/>
            <a:ext cx="1371600" cy="658368"/>
          </a:xfrm>
          <a:prstGeom prst="rect">
            <a:avLst/>
          </a:prstGeom>
          <a:solidFill>
            <a:srgbClr val="13131E"/>
          </a:solidFill>
          <a:ln w="12700">
            <a:solidFill>
              <a:srgbClr val="2A2415"/>
            </a:solidFill>
            <a:prstDash val="solid"/>
          </a:ln>
        </p:spPr>
      </p:sp>
      <p:sp>
        <p:nvSpPr>
          <p:cNvPr id="21" name="Shape 19"/>
          <p:cNvSpPr/>
          <p:nvPr/>
        </p:nvSpPr>
        <p:spPr>
          <a:xfrm>
            <a:off x="6236208" y="384048"/>
            <a:ext cx="45720" cy="658368"/>
          </a:xfrm>
          <a:prstGeom prst="rect">
            <a:avLst/>
          </a:prstGeom>
          <a:solidFill>
            <a:srgbClr val="C9A84C"/>
          </a:solidFill>
          <a:ln w="12700">
            <a:solidFill>
              <a:srgbClr val="C9A84C"/>
            </a:solidFill>
            <a:prstDash val="solid"/>
          </a:ln>
        </p:spPr>
      </p:sp>
      <p:sp>
        <p:nvSpPr>
          <p:cNvPr id="22" name="Text 20"/>
          <p:cNvSpPr/>
          <p:nvPr/>
        </p:nvSpPr>
        <p:spPr>
          <a:xfrm>
            <a:off x="6327648" y="429768"/>
            <a:ext cx="1234440" cy="201168"/>
          </a:xfrm>
          <a:prstGeom prst="rect">
            <a:avLst/>
          </a:prstGeom>
          <a:noFill/>
          <a:ln/>
        </p:spPr>
        <p:txBody>
          <a:bodyPr wrap="square" lIns="0" tIns="0" rIns="0" bIns="0" rtlCol="0" anchor="ctr"/>
          <a:lstStyle/>
          <a:p>
            <a:pPr indent="0" marL="0">
              <a:buNone/>
            </a:pPr>
            <a:r>
              <a:rPr lang="en-US" sz="800" dirty="0">
                <a:solidFill>
                  <a:srgbClr val="5A5445"/>
                </a:solidFill>
                <a:latin typeface="Consolas" pitchFamily="34" charset="0"/>
                <a:ea typeface="Consolas" pitchFamily="34" charset="-122"/>
                <a:cs typeface="Consolas" pitchFamily="34" charset="-120"/>
              </a:rPr>
              <a:t>PASS-ID</a:t>
            </a:r>
            <a:endParaRPr lang="en-US" sz="800" dirty="0"/>
          </a:p>
        </p:txBody>
      </p:sp>
      <p:sp>
        <p:nvSpPr>
          <p:cNvPr id="23" name="Text 21"/>
          <p:cNvSpPr/>
          <p:nvPr/>
        </p:nvSpPr>
        <p:spPr>
          <a:xfrm>
            <a:off x="6327648" y="621792"/>
            <a:ext cx="1234440" cy="274320"/>
          </a:xfrm>
          <a:prstGeom prst="rect">
            <a:avLst/>
          </a:prstGeom>
          <a:noFill/>
          <a:ln/>
        </p:spPr>
        <p:txBody>
          <a:bodyPr wrap="square" lIns="0" tIns="0" rIns="0" bIns="0" rtlCol="0" anchor="ctr"/>
          <a:lstStyle/>
          <a:p>
            <a:pPr indent="0" marL="0">
              <a:buNone/>
            </a:pPr>
            <a:r>
              <a:rPr lang="en-US" sz="1200" b="1" dirty="0">
                <a:solidFill>
                  <a:srgbClr val="F0D080"/>
                </a:solidFill>
                <a:latin typeface="Consolas" pitchFamily="34" charset="0"/>
                <a:ea typeface="Consolas" pitchFamily="34" charset="-122"/>
                <a:cs typeface="Consolas" pitchFamily="34" charset="-120"/>
              </a:rPr>
              <a:t>#243336</a:t>
            </a:r>
            <a:endParaRPr lang="en-US" sz="1200" dirty="0"/>
          </a:p>
        </p:txBody>
      </p:sp>
      <p:sp>
        <p:nvSpPr>
          <p:cNvPr id="24" name="Shape 22"/>
          <p:cNvSpPr/>
          <p:nvPr/>
        </p:nvSpPr>
        <p:spPr>
          <a:xfrm>
            <a:off x="7680960" y="384048"/>
            <a:ext cx="1371600" cy="658368"/>
          </a:xfrm>
          <a:prstGeom prst="rect">
            <a:avLst/>
          </a:prstGeom>
          <a:solidFill>
            <a:srgbClr val="13131E"/>
          </a:solidFill>
          <a:ln w="12700">
            <a:solidFill>
              <a:srgbClr val="2A2415"/>
            </a:solidFill>
            <a:prstDash val="solid"/>
          </a:ln>
        </p:spPr>
      </p:sp>
      <p:sp>
        <p:nvSpPr>
          <p:cNvPr id="25" name="Shape 23"/>
          <p:cNvSpPr/>
          <p:nvPr/>
        </p:nvSpPr>
        <p:spPr>
          <a:xfrm>
            <a:off x="7680960" y="384048"/>
            <a:ext cx="45720" cy="658368"/>
          </a:xfrm>
          <a:prstGeom prst="rect">
            <a:avLst/>
          </a:prstGeom>
          <a:solidFill>
            <a:srgbClr val="C9A84C"/>
          </a:solidFill>
          <a:ln w="12700">
            <a:solidFill>
              <a:srgbClr val="C9A84C"/>
            </a:solidFill>
            <a:prstDash val="solid"/>
          </a:ln>
        </p:spPr>
      </p:sp>
      <p:sp>
        <p:nvSpPr>
          <p:cNvPr id="26" name="Text 24"/>
          <p:cNvSpPr/>
          <p:nvPr/>
        </p:nvSpPr>
        <p:spPr>
          <a:xfrm>
            <a:off x="7772400" y="429768"/>
            <a:ext cx="1234440" cy="201168"/>
          </a:xfrm>
          <a:prstGeom prst="rect">
            <a:avLst/>
          </a:prstGeom>
          <a:noFill/>
          <a:ln/>
        </p:spPr>
        <p:txBody>
          <a:bodyPr wrap="square" lIns="0" tIns="0" rIns="0" bIns="0" rtlCol="0" anchor="ctr"/>
          <a:lstStyle/>
          <a:p>
            <a:pPr indent="0" marL="0">
              <a:buNone/>
            </a:pPr>
            <a:r>
              <a:rPr lang="en-US" sz="800" dirty="0">
                <a:solidFill>
                  <a:srgbClr val="5A5445"/>
                </a:solidFill>
                <a:latin typeface="Consolas" pitchFamily="34" charset="0"/>
                <a:ea typeface="Consolas" pitchFamily="34" charset="-122"/>
                <a:cs typeface="Consolas" pitchFamily="34" charset="-120"/>
              </a:rPr>
              <a:t>VISUM</a:t>
            </a:r>
            <a:endParaRPr lang="en-US" sz="800" dirty="0"/>
          </a:p>
        </p:txBody>
      </p:sp>
      <p:sp>
        <p:nvSpPr>
          <p:cNvPr id="27" name="Text 25"/>
          <p:cNvSpPr/>
          <p:nvPr/>
        </p:nvSpPr>
        <p:spPr>
          <a:xfrm>
            <a:off x="7772400" y="621792"/>
            <a:ext cx="1234440" cy="274320"/>
          </a:xfrm>
          <a:prstGeom prst="rect">
            <a:avLst/>
          </a:prstGeom>
          <a:noFill/>
          <a:ln/>
        </p:spPr>
        <p:txBody>
          <a:bodyPr wrap="square" lIns="0" tIns="0" rIns="0" bIns="0" rtlCol="0" anchor="ctr"/>
          <a:lstStyle/>
          <a:p>
            <a:pPr indent="0" marL="0">
              <a:buNone/>
            </a:pPr>
            <a:r>
              <a:rPr lang="en-US" sz="1200" b="1" dirty="0">
                <a:solidFill>
                  <a:srgbClr val="F0D080"/>
                </a:solidFill>
                <a:latin typeface="Consolas" pitchFamily="34" charset="0"/>
                <a:ea typeface="Consolas" pitchFamily="34" charset="-122"/>
                <a:cs typeface="Consolas" pitchFamily="34" charset="-120"/>
              </a:rPr>
              <a:t>24</a:t>
            </a:r>
            <a:endParaRPr lang="en-US" sz="1200" dirty="0"/>
          </a:p>
        </p:txBody>
      </p:sp>
      <p:sp>
        <p:nvSpPr>
          <p:cNvPr id="28" name="Shape 26"/>
          <p:cNvSpPr/>
          <p:nvPr/>
        </p:nvSpPr>
        <p:spPr>
          <a:xfrm>
            <a:off x="457200" y="1143000"/>
            <a:ext cx="8229600" cy="9144"/>
          </a:xfrm>
          <a:prstGeom prst="rect">
            <a:avLst/>
          </a:prstGeom>
          <a:solidFill>
            <a:srgbClr val="C9A84C"/>
          </a:solidFill>
          <a:ln w="12700">
            <a:solidFill>
              <a:srgbClr val="C9A84C"/>
            </a:solidFill>
            <a:prstDash val="solid"/>
          </a:ln>
        </p:spPr>
      </p:sp>
      <p:sp>
        <p:nvSpPr>
          <p:cNvPr id="29" name="Text 27"/>
          <p:cNvSpPr/>
          <p:nvPr/>
        </p:nvSpPr>
        <p:spPr>
          <a:xfrm>
            <a:off x="457200" y="1207008"/>
            <a:ext cx="8229600" cy="256032"/>
          </a:xfrm>
          <a:prstGeom prst="rect">
            <a:avLst/>
          </a:prstGeom>
          <a:noFill/>
          <a:ln/>
        </p:spPr>
        <p:txBody>
          <a:bodyPr wrap="square" lIns="0" tIns="0" rIns="0" bIns="0" rtlCol="0" anchor="ctr"/>
          <a:lstStyle/>
          <a:p>
            <a:pPr indent="0" marL="0">
              <a:buNone/>
            </a:pPr>
            <a:r>
              <a:rPr lang="en-US" sz="1000" b="1" spc="300" kern="0" dirty="0">
                <a:solidFill>
                  <a:srgbClr val="C9A84C"/>
                </a:solidFill>
                <a:latin typeface="Consolas" pitchFamily="34" charset="0"/>
                <a:ea typeface="Consolas" pitchFamily="34" charset="-122"/>
                <a:cs typeface="Consolas" pitchFamily="34" charset="-120"/>
              </a:rPr>
              <a:t>02  WARUM LEADER</a:t>
            </a:r>
            <a:endParaRPr lang="en-US" sz="1000" dirty="0"/>
          </a:p>
        </p:txBody>
      </p:sp>
      <p:sp>
        <p:nvSpPr>
          <p:cNvPr id="30" name="Shape 28"/>
          <p:cNvSpPr/>
          <p:nvPr/>
        </p:nvSpPr>
        <p:spPr>
          <a:xfrm>
            <a:off x="457200" y="1508760"/>
            <a:ext cx="8229600" cy="3246120"/>
          </a:xfrm>
          <a:prstGeom prst="rect">
            <a:avLst/>
          </a:prstGeom>
          <a:solidFill>
            <a:srgbClr val="0D0D14"/>
          </a:solidFill>
          <a:ln w="12700">
            <a:solidFill>
              <a:srgbClr val="2A2415"/>
            </a:solidFill>
            <a:prstDash val="solid"/>
          </a:ln>
        </p:spPr>
      </p:sp>
      <p:sp>
        <p:nvSpPr>
          <p:cNvPr id="31" name="Shape 29"/>
          <p:cNvSpPr/>
          <p:nvPr/>
        </p:nvSpPr>
        <p:spPr>
          <a:xfrm>
            <a:off x="457200" y="1508760"/>
            <a:ext cx="45720" cy="3246120"/>
          </a:xfrm>
          <a:prstGeom prst="rect">
            <a:avLst/>
          </a:prstGeom>
          <a:solidFill>
            <a:srgbClr val="C9A84C"/>
          </a:solidFill>
          <a:ln w="12700">
            <a:solidFill>
              <a:srgbClr val="C9A84C"/>
            </a:solidFill>
            <a:prstDash val="solid"/>
          </a:ln>
        </p:spPr>
      </p:sp>
      <p:sp>
        <p:nvSpPr>
          <p:cNvPr id="32" name="Text 30"/>
          <p:cNvSpPr/>
          <p:nvPr/>
        </p:nvSpPr>
        <p:spPr>
          <a:xfrm>
            <a:off x="594360" y="1572768"/>
            <a:ext cx="7955280" cy="960120"/>
          </a:xfrm>
          <a:prstGeom prst="rect">
            <a:avLst/>
          </a:prstGeom>
          <a:noFill/>
          <a:ln/>
        </p:spPr>
        <p:txBody>
          <a:bodyPr wrap="square" lIns="0" tIns="0" rIns="0" bIns="0" rtlCol="0" anchor="t"/>
          <a:lstStyle/>
          <a:p>
            <a:pPr algn="l" indent="0" marL="0">
              <a:buNone/>
            </a:pPr>
            <a:r>
              <a:rPr lang="en-US" sz="1200" dirty="0">
                <a:solidFill>
                  <a:srgbClr val="CFC9BC"/>
                </a:solidFill>
                <a:latin typeface="Calibri" pitchFamily="34" charset="0"/>
                <a:ea typeface="Calibri" pitchFamily="34" charset="-122"/>
                <a:cs typeface="Calibri" pitchFamily="34" charset="-120"/>
              </a:rPr>
              <a:t>Ich möchte Leader der National Guard werden, da ich überzeugt bin, dass ich die nötige Stärke, Disziplin und Durchsetzungsfähigkeit besitze, um diese Organisation erfolgreich zu führen. Die NG ist eine der wichtigsten staatlichen Institutionen, wenn es um Sicherheit, Ordnung und Kontrolle geht – und genau dort sehe ich meine Stärken.</a:t>
            </a:r>
            <a:endParaRPr lang="en-US" sz="1200" dirty="0"/>
          </a:p>
        </p:txBody>
      </p:sp>
      <p:sp>
        <p:nvSpPr>
          <p:cNvPr id="33" name="Text 31"/>
          <p:cNvSpPr/>
          <p:nvPr/>
        </p:nvSpPr>
        <p:spPr>
          <a:xfrm>
            <a:off x="594360" y="2624328"/>
            <a:ext cx="7955280" cy="960120"/>
          </a:xfrm>
          <a:prstGeom prst="rect">
            <a:avLst/>
          </a:prstGeom>
          <a:noFill/>
          <a:ln/>
        </p:spPr>
        <p:txBody>
          <a:bodyPr wrap="square" lIns="0" tIns="0" rIns="0" bIns="0" rtlCol="0" anchor="t"/>
          <a:lstStyle/>
          <a:p>
            <a:pPr algn="l" indent="0" marL="0">
              <a:buNone/>
            </a:pPr>
            <a:r>
              <a:rPr lang="en-US" sz="1200" dirty="0">
                <a:solidFill>
                  <a:srgbClr val="CFC9BC"/>
                </a:solidFill>
                <a:latin typeface="Calibri" pitchFamily="34" charset="0"/>
                <a:ea typeface="Calibri" pitchFamily="34" charset="-122"/>
                <a:cs typeface="Calibri" pitchFamily="34" charset="-120"/>
              </a:rPr>
              <a:t>Ich habe bereits Erfahrungen im Umgang mit Stresssituationen, Teamarbeit und Führung gesammelt und weiß, wie wichtig klare Kommunikation und Struktur sind. Mein Ziel ist es, die National Guard nicht nur präsent, sondern auch respektiert und gefürchtet zu machen.</a:t>
            </a:r>
            <a:endParaRPr lang="en-US" sz="1200" dirty="0"/>
          </a:p>
        </p:txBody>
      </p:sp>
      <p:sp>
        <p:nvSpPr>
          <p:cNvPr id="34" name="Text 32"/>
          <p:cNvSpPr/>
          <p:nvPr/>
        </p:nvSpPr>
        <p:spPr>
          <a:xfrm>
            <a:off x="594360" y="3675888"/>
            <a:ext cx="7955280" cy="960120"/>
          </a:xfrm>
          <a:prstGeom prst="rect">
            <a:avLst/>
          </a:prstGeom>
          <a:noFill/>
          <a:ln/>
        </p:spPr>
        <p:txBody>
          <a:bodyPr wrap="square" lIns="0" tIns="0" rIns="0" bIns="0" rtlCol="0" anchor="t"/>
          <a:lstStyle/>
          <a:p>
            <a:pPr algn="l" indent="0" marL="0">
              <a:buNone/>
            </a:pPr>
            <a:r>
              <a:rPr lang="en-US" sz="1200" dirty="0">
                <a:solidFill>
                  <a:srgbClr val="CFC9BC"/>
                </a:solidFill>
                <a:latin typeface="Calibri" pitchFamily="34" charset="0"/>
                <a:ea typeface="Calibri" pitchFamily="34" charset="-122"/>
                <a:cs typeface="Calibri" pitchFamily="34" charset="-120"/>
              </a:rPr>
              <a:t>Zudem reizt mich die Verantwortung, Entscheidungen zu treffen, Mitglieder zu fördern und gemeinsam als Einheit zu wachsen. Ich bin motiviert, aktiv Zeit zu investieren und die NG auf ein neues Level zu bringen.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60A"/>
        </a:solidFill>
      </p:bgPr>
    </p:bg>
    <p:spTree>
      <p:nvGrpSpPr>
        <p:cNvPr id="1" name=""/>
        <p:cNvGrpSpPr/>
        <p:nvPr/>
      </p:nvGrpSpPr>
      <p:grpSpPr>
        <a:xfrm>
          <a:off x="0" y="0"/>
          <a:ext cx="0" cy="0"/>
          <a:chOff x="0" y="0"/>
          <a:chExt cx="0" cy="0"/>
        </a:xfrm>
      </p:grpSpPr>
      <p:sp>
        <p:nvSpPr>
          <p:cNvPr id="2" name="Shape 0"/>
          <p:cNvSpPr/>
          <p:nvPr/>
        </p:nvSpPr>
        <p:spPr>
          <a:xfrm>
            <a:off x="457200" y="320040"/>
            <a:ext cx="8229600" cy="9144"/>
          </a:xfrm>
          <a:prstGeom prst="rect">
            <a:avLst/>
          </a:prstGeom>
          <a:solidFill>
            <a:srgbClr val="C9A84C"/>
          </a:solidFill>
          <a:ln w="12700">
            <a:solidFill>
              <a:srgbClr val="C9A84C"/>
            </a:solidFill>
            <a:prstDash val="solid"/>
          </a:ln>
        </p:spPr>
      </p:sp>
      <p:sp>
        <p:nvSpPr>
          <p:cNvPr id="3" name="Text 1"/>
          <p:cNvSpPr/>
          <p:nvPr/>
        </p:nvSpPr>
        <p:spPr>
          <a:xfrm>
            <a:off x="457200" y="73152"/>
            <a:ext cx="8229600" cy="256032"/>
          </a:xfrm>
          <a:prstGeom prst="rect">
            <a:avLst/>
          </a:prstGeom>
          <a:noFill/>
          <a:ln/>
        </p:spPr>
        <p:txBody>
          <a:bodyPr wrap="square" lIns="0" tIns="0" rIns="0" bIns="0" rtlCol="0" anchor="ctr"/>
          <a:lstStyle/>
          <a:p>
            <a:pPr indent="0" marL="0">
              <a:buNone/>
            </a:pPr>
            <a:r>
              <a:rPr lang="en-US" sz="1000" b="1" spc="300" kern="0" dirty="0">
                <a:solidFill>
                  <a:srgbClr val="C9A84C"/>
                </a:solidFill>
                <a:latin typeface="Consolas" pitchFamily="34" charset="0"/>
                <a:ea typeface="Consolas" pitchFamily="34" charset="-122"/>
                <a:cs typeface="Consolas" pitchFamily="34" charset="-120"/>
              </a:rPr>
              <a:t>03  STÄRKEN ALS LEADER</a:t>
            </a:r>
            <a:endParaRPr lang="en-US" sz="1000" dirty="0"/>
          </a:p>
        </p:txBody>
      </p:sp>
      <p:sp>
        <p:nvSpPr>
          <p:cNvPr id="4" name="Shape 2"/>
          <p:cNvSpPr/>
          <p:nvPr/>
        </p:nvSpPr>
        <p:spPr>
          <a:xfrm>
            <a:off x="457200" y="384048"/>
            <a:ext cx="1627632" cy="1417320"/>
          </a:xfrm>
          <a:prstGeom prst="rect">
            <a:avLst/>
          </a:prstGeom>
          <a:solidFill>
            <a:srgbClr val="13131E"/>
          </a:solidFill>
          <a:ln w="12700">
            <a:solidFill>
              <a:srgbClr val="2A2415"/>
            </a:solidFill>
            <a:prstDash val="solid"/>
          </a:ln>
        </p:spPr>
      </p:sp>
      <p:sp>
        <p:nvSpPr>
          <p:cNvPr id="5" name="Shape 3"/>
          <p:cNvSpPr/>
          <p:nvPr/>
        </p:nvSpPr>
        <p:spPr>
          <a:xfrm>
            <a:off x="457200" y="384048"/>
            <a:ext cx="45720" cy="1417320"/>
          </a:xfrm>
          <a:prstGeom prst="rect">
            <a:avLst/>
          </a:prstGeom>
          <a:solidFill>
            <a:srgbClr val="C9A84C"/>
          </a:solidFill>
          <a:ln w="12700">
            <a:solidFill>
              <a:srgbClr val="C9A84C"/>
            </a:solidFill>
            <a:prstDash val="solid"/>
          </a:ln>
        </p:spPr>
      </p:sp>
      <p:sp>
        <p:nvSpPr>
          <p:cNvPr id="6" name="Text 4"/>
          <p:cNvSpPr/>
          <p:nvPr/>
        </p:nvSpPr>
        <p:spPr>
          <a:xfrm>
            <a:off x="566928" y="457200"/>
            <a:ext cx="365760" cy="365760"/>
          </a:xfrm>
          <a:prstGeom prst="rect">
            <a:avLst/>
          </a:prstGeom>
          <a:noFill/>
          <a:ln/>
        </p:spPr>
        <p:txBody>
          <a:bodyPr wrap="square" lIns="0" tIns="0" rIns="0" bIns="0" rtlCol="0" anchor="ctr"/>
          <a:lstStyle/>
          <a:p>
            <a:pPr indent="0" marL="0">
              <a:buNone/>
            </a:pPr>
            <a:r>
              <a:rPr lang="en-US" sz="1800" dirty="0">
                <a:solidFill>
                  <a:srgbClr val="C9A84C"/>
                </a:solidFill>
              </a:rPr>
              <a:t>△</a:t>
            </a:r>
            <a:endParaRPr lang="en-US" sz="1800" dirty="0"/>
          </a:p>
        </p:txBody>
      </p:sp>
      <p:sp>
        <p:nvSpPr>
          <p:cNvPr id="7" name="Text 5"/>
          <p:cNvSpPr/>
          <p:nvPr/>
        </p:nvSpPr>
        <p:spPr>
          <a:xfrm>
            <a:off x="566928" y="841248"/>
            <a:ext cx="1444752" cy="292608"/>
          </a:xfrm>
          <a:prstGeom prst="rect">
            <a:avLst/>
          </a:prstGeom>
          <a:noFill/>
          <a:ln/>
        </p:spPr>
        <p:txBody>
          <a:bodyPr wrap="square" lIns="0" tIns="0" rIns="0" bIns="0" rtlCol="0" anchor="ctr"/>
          <a:lstStyle/>
          <a:p>
            <a:pPr indent="0" marL="0">
              <a:buNone/>
            </a:pPr>
            <a:r>
              <a:rPr lang="en-US" sz="1100" b="1" dirty="0">
                <a:solidFill>
                  <a:srgbClr val="F0D080"/>
                </a:solidFill>
                <a:latin typeface="Consolas" pitchFamily="34" charset="0"/>
                <a:ea typeface="Consolas" pitchFamily="34" charset="-122"/>
                <a:cs typeface="Consolas" pitchFamily="34" charset="-120"/>
              </a:rPr>
              <a:t>Führungsstärke</a:t>
            </a:r>
            <a:endParaRPr lang="en-US" sz="1100" dirty="0"/>
          </a:p>
        </p:txBody>
      </p:sp>
      <p:sp>
        <p:nvSpPr>
          <p:cNvPr id="8" name="Text 6"/>
          <p:cNvSpPr/>
          <p:nvPr/>
        </p:nvSpPr>
        <p:spPr>
          <a:xfrm>
            <a:off x="566928" y="1133856"/>
            <a:ext cx="1444752" cy="594360"/>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Team motivieren, leiten und nachhaltig zusammenhalten.</a:t>
            </a:r>
            <a:endParaRPr lang="en-US" sz="1000" dirty="0"/>
          </a:p>
        </p:txBody>
      </p:sp>
      <p:sp>
        <p:nvSpPr>
          <p:cNvPr id="9" name="Shape 7"/>
          <p:cNvSpPr/>
          <p:nvPr/>
        </p:nvSpPr>
        <p:spPr>
          <a:xfrm>
            <a:off x="2153412" y="384048"/>
            <a:ext cx="1627632" cy="1417320"/>
          </a:xfrm>
          <a:prstGeom prst="rect">
            <a:avLst/>
          </a:prstGeom>
          <a:solidFill>
            <a:srgbClr val="13131E"/>
          </a:solidFill>
          <a:ln w="12700">
            <a:solidFill>
              <a:srgbClr val="2A2415"/>
            </a:solidFill>
            <a:prstDash val="solid"/>
          </a:ln>
        </p:spPr>
      </p:sp>
      <p:sp>
        <p:nvSpPr>
          <p:cNvPr id="10" name="Shape 8"/>
          <p:cNvSpPr/>
          <p:nvPr/>
        </p:nvSpPr>
        <p:spPr>
          <a:xfrm>
            <a:off x="2153412" y="384048"/>
            <a:ext cx="45720" cy="1417320"/>
          </a:xfrm>
          <a:prstGeom prst="rect">
            <a:avLst/>
          </a:prstGeom>
          <a:solidFill>
            <a:srgbClr val="C9A84C"/>
          </a:solidFill>
          <a:ln w="12700">
            <a:solidFill>
              <a:srgbClr val="C9A84C"/>
            </a:solidFill>
            <a:prstDash val="solid"/>
          </a:ln>
        </p:spPr>
      </p:sp>
      <p:sp>
        <p:nvSpPr>
          <p:cNvPr id="11" name="Text 9"/>
          <p:cNvSpPr/>
          <p:nvPr/>
        </p:nvSpPr>
        <p:spPr>
          <a:xfrm>
            <a:off x="2263140" y="457200"/>
            <a:ext cx="365760" cy="365760"/>
          </a:xfrm>
          <a:prstGeom prst="rect">
            <a:avLst/>
          </a:prstGeom>
          <a:noFill/>
          <a:ln/>
        </p:spPr>
        <p:txBody>
          <a:bodyPr wrap="square" lIns="0" tIns="0" rIns="0" bIns="0" rtlCol="0" anchor="ctr"/>
          <a:lstStyle/>
          <a:p>
            <a:pPr indent="0" marL="0">
              <a:buNone/>
            </a:pPr>
            <a:r>
              <a:rPr lang="en-US" sz="1800" dirty="0">
                <a:solidFill>
                  <a:srgbClr val="C9A84C"/>
                </a:solidFill>
              </a:rPr>
              <a:t>◆</a:t>
            </a:r>
            <a:endParaRPr lang="en-US" sz="1800" dirty="0"/>
          </a:p>
        </p:txBody>
      </p:sp>
      <p:sp>
        <p:nvSpPr>
          <p:cNvPr id="12" name="Text 10"/>
          <p:cNvSpPr/>
          <p:nvPr/>
        </p:nvSpPr>
        <p:spPr>
          <a:xfrm>
            <a:off x="2263140" y="841248"/>
            <a:ext cx="1444752" cy="292608"/>
          </a:xfrm>
          <a:prstGeom prst="rect">
            <a:avLst/>
          </a:prstGeom>
          <a:noFill/>
          <a:ln/>
        </p:spPr>
        <p:txBody>
          <a:bodyPr wrap="square" lIns="0" tIns="0" rIns="0" bIns="0" rtlCol="0" anchor="ctr"/>
          <a:lstStyle/>
          <a:p>
            <a:pPr indent="0" marL="0">
              <a:buNone/>
            </a:pPr>
            <a:r>
              <a:rPr lang="en-US" sz="1100" b="1" dirty="0">
                <a:solidFill>
                  <a:srgbClr val="F0D080"/>
                </a:solidFill>
                <a:latin typeface="Consolas" pitchFamily="34" charset="0"/>
                <a:ea typeface="Consolas" pitchFamily="34" charset="-122"/>
                <a:cs typeface="Consolas" pitchFamily="34" charset="-120"/>
              </a:rPr>
              <a:t>Kommunikation</a:t>
            </a:r>
            <a:endParaRPr lang="en-US" sz="1100" dirty="0"/>
          </a:p>
        </p:txBody>
      </p:sp>
      <p:sp>
        <p:nvSpPr>
          <p:cNvPr id="13" name="Text 11"/>
          <p:cNvSpPr/>
          <p:nvPr/>
        </p:nvSpPr>
        <p:spPr>
          <a:xfrm>
            <a:off x="2263140" y="1133856"/>
            <a:ext cx="1444752" cy="594360"/>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Klare Ansagen und respektvoller Umgang als Standard.</a:t>
            </a:r>
            <a:endParaRPr lang="en-US" sz="1000" dirty="0"/>
          </a:p>
        </p:txBody>
      </p:sp>
      <p:sp>
        <p:nvSpPr>
          <p:cNvPr id="14" name="Shape 12"/>
          <p:cNvSpPr/>
          <p:nvPr/>
        </p:nvSpPr>
        <p:spPr>
          <a:xfrm>
            <a:off x="3849624" y="384048"/>
            <a:ext cx="1627632" cy="1417320"/>
          </a:xfrm>
          <a:prstGeom prst="rect">
            <a:avLst/>
          </a:prstGeom>
          <a:solidFill>
            <a:srgbClr val="13131E"/>
          </a:solidFill>
          <a:ln w="12700">
            <a:solidFill>
              <a:srgbClr val="2A2415"/>
            </a:solidFill>
            <a:prstDash val="solid"/>
          </a:ln>
        </p:spPr>
      </p:sp>
      <p:sp>
        <p:nvSpPr>
          <p:cNvPr id="15" name="Shape 13"/>
          <p:cNvSpPr/>
          <p:nvPr/>
        </p:nvSpPr>
        <p:spPr>
          <a:xfrm>
            <a:off x="3849624" y="384048"/>
            <a:ext cx="45720" cy="1417320"/>
          </a:xfrm>
          <a:prstGeom prst="rect">
            <a:avLst/>
          </a:prstGeom>
          <a:solidFill>
            <a:srgbClr val="C9A84C"/>
          </a:solidFill>
          <a:ln w="12700">
            <a:solidFill>
              <a:srgbClr val="C9A84C"/>
            </a:solidFill>
            <a:prstDash val="solid"/>
          </a:ln>
        </p:spPr>
      </p:sp>
      <p:sp>
        <p:nvSpPr>
          <p:cNvPr id="16" name="Text 14"/>
          <p:cNvSpPr/>
          <p:nvPr/>
        </p:nvSpPr>
        <p:spPr>
          <a:xfrm>
            <a:off x="3959352" y="457200"/>
            <a:ext cx="365760" cy="365760"/>
          </a:xfrm>
          <a:prstGeom prst="rect">
            <a:avLst/>
          </a:prstGeom>
          <a:noFill/>
          <a:ln/>
        </p:spPr>
        <p:txBody>
          <a:bodyPr wrap="square" lIns="0" tIns="0" rIns="0" bIns="0" rtlCol="0" anchor="ctr"/>
          <a:lstStyle/>
          <a:p>
            <a:pPr indent="0" marL="0">
              <a:buNone/>
            </a:pPr>
            <a:r>
              <a:rPr lang="en-US" sz="1800" dirty="0">
                <a:solidFill>
                  <a:srgbClr val="C9A84C"/>
                </a:solidFill>
              </a:rPr>
              <a:t>■</a:t>
            </a:r>
            <a:endParaRPr lang="en-US" sz="1800" dirty="0"/>
          </a:p>
        </p:txBody>
      </p:sp>
      <p:sp>
        <p:nvSpPr>
          <p:cNvPr id="17" name="Text 15"/>
          <p:cNvSpPr/>
          <p:nvPr/>
        </p:nvSpPr>
        <p:spPr>
          <a:xfrm>
            <a:off x="3959352" y="841248"/>
            <a:ext cx="1444752" cy="292608"/>
          </a:xfrm>
          <a:prstGeom prst="rect">
            <a:avLst/>
          </a:prstGeom>
          <a:noFill/>
          <a:ln/>
        </p:spPr>
        <p:txBody>
          <a:bodyPr wrap="square" lIns="0" tIns="0" rIns="0" bIns="0" rtlCol="0" anchor="ctr"/>
          <a:lstStyle/>
          <a:p>
            <a:pPr indent="0" marL="0">
              <a:buNone/>
            </a:pPr>
            <a:r>
              <a:rPr lang="en-US" sz="1100" b="1" dirty="0">
                <a:solidFill>
                  <a:srgbClr val="F0D080"/>
                </a:solidFill>
                <a:latin typeface="Consolas" pitchFamily="34" charset="0"/>
                <a:ea typeface="Consolas" pitchFamily="34" charset="-122"/>
                <a:cs typeface="Consolas" pitchFamily="34" charset="-120"/>
              </a:rPr>
              <a:t>Durchsetzung</a:t>
            </a:r>
            <a:endParaRPr lang="en-US" sz="1100" dirty="0"/>
          </a:p>
        </p:txBody>
      </p:sp>
      <p:sp>
        <p:nvSpPr>
          <p:cNvPr id="18" name="Text 16"/>
          <p:cNvSpPr/>
          <p:nvPr/>
        </p:nvSpPr>
        <p:spPr>
          <a:xfrm>
            <a:off x="3959352" y="1133856"/>
            <a:ext cx="1444752" cy="594360"/>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Regeln konsequent umsetzen und für Ordnung sorgen.</a:t>
            </a:r>
            <a:endParaRPr lang="en-US" sz="1000" dirty="0"/>
          </a:p>
        </p:txBody>
      </p:sp>
      <p:sp>
        <p:nvSpPr>
          <p:cNvPr id="19" name="Shape 17"/>
          <p:cNvSpPr/>
          <p:nvPr/>
        </p:nvSpPr>
        <p:spPr>
          <a:xfrm>
            <a:off x="5545836" y="384048"/>
            <a:ext cx="1627632" cy="1417320"/>
          </a:xfrm>
          <a:prstGeom prst="rect">
            <a:avLst/>
          </a:prstGeom>
          <a:solidFill>
            <a:srgbClr val="13131E"/>
          </a:solidFill>
          <a:ln w="12700">
            <a:solidFill>
              <a:srgbClr val="2A2415"/>
            </a:solidFill>
            <a:prstDash val="solid"/>
          </a:ln>
        </p:spPr>
      </p:sp>
      <p:sp>
        <p:nvSpPr>
          <p:cNvPr id="20" name="Shape 18"/>
          <p:cNvSpPr/>
          <p:nvPr/>
        </p:nvSpPr>
        <p:spPr>
          <a:xfrm>
            <a:off x="5545836" y="384048"/>
            <a:ext cx="45720" cy="1417320"/>
          </a:xfrm>
          <a:prstGeom prst="rect">
            <a:avLst/>
          </a:prstGeom>
          <a:solidFill>
            <a:srgbClr val="C9A84C"/>
          </a:solidFill>
          <a:ln w="12700">
            <a:solidFill>
              <a:srgbClr val="C9A84C"/>
            </a:solidFill>
            <a:prstDash val="solid"/>
          </a:ln>
        </p:spPr>
      </p:sp>
      <p:sp>
        <p:nvSpPr>
          <p:cNvPr id="21" name="Text 19"/>
          <p:cNvSpPr/>
          <p:nvPr/>
        </p:nvSpPr>
        <p:spPr>
          <a:xfrm>
            <a:off x="5655564" y="457200"/>
            <a:ext cx="365760" cy="365760"/>
          </a:xfrm>
          <a:prstGeom prst="rect">
            <a:avLst/>
          </a:prstGeom>
          <a:noFill/>
          <a:ln/>
        </p:spPr>
        <p:txBody>
          <a:bodyPr wrap="square" lIns="0" tIns="0" rIns="0" bIns="0" rtlCol="0" anchor="ctr"/>
          <a:lstStyle/>
          <a:p>
            <a:pPr indent="0" marL="0">
              <a:buNone/>
            </a:pPr>
            <a:r>
              <a:rPr lang="en-US" sz="1800" dirty="0">
                <a:solidFill>
                  <a:srgbClr val="C9A84C"/>
                </a:solidFill>
              </a:rPr>
              <a:t>◇</a:t>
            </a:r>
            <a:endParaRPr lang="en-US" sz="1800" dirty="0"/>
          </a:p>
        </p:txBody>
      </p:sp>
      <p:sp>
        <p:nvSpPr>
          <p:cNvPr id="22" name="Text 20"/>
          <p:cNvSpPr/>
          <p:nvPr/>
        </p:nvSpPr>
        <p:spPr>
          <a:xfrm>
            <a:off x="5655564" y="841248"/>
            <a:ext cx="1444752" cy="292608"/>
          </a:xfrm>
          <a:prstGeom prst="rect">
            <a:avLst/>
          </a:prstGeom>
          <a:noFill/>
          <a:ln/>
        </p:spPr>
        <p:txBody>
          <a:bodyPr wrap="square" lIns="0" tIns="0" rIns="0" bIns="0" rtlCol="0" anchor="ctr"/>
          <a:lstStyle/>
          <a:p>
            <a:pPr indent="0" marL="0">
              <a:buNone/>
            </a:pPr>
            <a:r>
              <a:rPr lang="en-US" sz="1100" b="1" dirty="0">
                <a:solidFill>
                  <a:srgbClr val="F0D080"/>
                </a:solidFill>
                <a:latin typeface="Consolas" pitchFamily="34" charset="0"/>
                <a:ea typeface="Consolas" pitchFamily="34" charset="-122"/>
                <a:cs typeface="Consolas" pitchFamily="34" charset="-120"/>
              </a:rPr>
              <a:t>Organisation</a:t>
            </a:r>
            <a:endParaRPr lang="en-US" sz="1100" dirty="0"/>
          </a:p>
        </p:txBody>
      </p:sp>
      <p:sp>
        <p:nvSpPr>
          <p:cNvPr id="23" name="Text 21"/>
          <p:cNvSpPr/>
          <p:nvPr/>
        </p:nvSpPr>
        <p:spPr>
          <a:xfrm>
            <a:off x="5655564" y="1133856"/>
            <a:ext cx="1444752" cy="594360"/>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Einsätze, Trainings und Abläufe strukturiert planen.</a:t>
            </a:r>
            <a:endParaRPr lang="en-US" sz="1000" dirty="0"/>
          </a:p>
        </p:txBody>
      </p:sp>
      <p:sp>
        <p:nvSpPr>
          <p:cNvPr id="24" name="Shape 22"/>
          <p:cNvSpPr/>
          <p:nvPr/>
        </p:nvSpPr>
        <p:spPr>
          <a:xfrm>
            <a:off x="7242048" y="384048"/>
            <a:ext cx="1627632" cy="1417320"/>
          </a:xfrm>
          <a:prstGeom prst="rect">
            <a:avLst/>
          </a:prstGeom>
          <a:solidFill>
            <a:srgbClr val="13131E"/>
          </a:solidFill>
          <a:ln w="12700">
            <a:solidFill>
              <a:srgbClr val="2A2415"/>
            </a:solidFill>
            <a:prstDash val="solid"/>
          </a:ln>
        </p:spPr>
      </p:sp>
      <p:sp>
        <p:nvSpPr>
          <p:cNvPr id="25" name="Shape 23"/>
          <p:cNvSpPr/>
          <p:nvPr/>
        </p:nvSpPr>
        <p:spPr>
          <a:xfrm>
            <a:off x="7242048" y="384048"/>
            <a:ext cx="45720" cy="1417320"/>
          </a:xfrm>
          <a:prstGeom prst="rect">
            <a:avLst/>
          </a:prstGeom>
          <a:solidFill>
            <a:srgbClr val="C9A84C"/>
          </a:solidFill>
          <a:ln w="12700">
            <a:solidFill>
              <a:srgbClr val="C9A84C"/>
            </a:solidFill>
            <a:prstDash val="solid"/>
          </a:ln>
        </p:spPr>
      </p:sp>
      <p:sp>
        <p:nvSpPr>
          <p:cNvPr id="26" name="Text 24"/>
          <p:cNvSpPr/>
          <p:nvPr/>
        </p:nvSpPr>
        <p:spPr>
          <a:xfrm>
            <a:off x="7351776" y="457200"/>
            <a:ext cx="365760" cy="365760"/>
          </a:xfrm>
          <a:prstGeom prst="rect">
            <a:avLst/>
          </a:prstGeom>
          <a:noFill/>
          <a:ln/>
        </p:spPr>
        <p:txBody>
          <a:bodyPr wrap="square" lIns="0" tIns="0" rIns="0" bIns="0" rtlCol="0" anchor="ctr"/>
          <a:lstStyle/>
          <a:p>
            <a:pPr indent="0" marL="0">
              <a:buNone/>
            </a:pPr>
            <a:r>
              <a:rPr lang="en-US" sz="1800" dirty="0">
                <a:solidFill>
                  <a:srgbClr val="C9A84C"/>
                </a:solidFill>
              </a:rPr>
              <a:t>▲</a:t>
            </a:r>
            <a:endParaRPr lang="en-US" sz="1800" dirty="0"/>
          </a:p>
        </p:txBody>
      </p:sp>
      <p:sp>
        <p:nvSpPr>
          <p:cNvPr id="27" name="Text 25"/>
          <p:cNvSpPr/>
          <p:nvPr/>
        </p:nvSpPr>
        <p:spPr>
          <a:xfrm>
            <a:off x="7351776" y="841248"/>
            <a:ext cx="1444752" cy="292608"/>
          </a:xfrm>
          <a:prstGeom prst="rect">
            <a:avLst/>
          </a:prstGeom>
          <a:noFill/>
          <a:ln/>
        </p:spPr>
        <p:txBody>
          <a:bodyPr wrap="square" lIns="0" tIns="0" rIns="0" bIns="0" rtlCol="0" anchor="ctr"/>
          <a:lstStyle/>
          <a:p>
            <a:pPr indent="0" marL="0">
              <a:buNone/>
            </a:pPr>
            <a:r>
              <a:rPr lang="en-US" sz="1100" b="1" dirty="0">
                <a:solidFill>
                  <a:srgbClr val="F0D080"/>
                </a:solidFill>
                <a:latin typeface="Consolas" pitchFamily="34" charset="0"/>
                <a:ea typeface="Consolas" pitchFamily="34" charset="-122"/>
                <a:cs typeface="Consolas" pitchFamily="34" charset="-120"/>
              </a:rPr>
              <a:t>Teamfähigkeit</a:t>
            </a:r>
            <a:endParaRPr lang="en-US" sz="1100" dirty="0"/>
          </a:p>
        </p:txBody>
      </p:sp>
      <p:sp>
        <p:nvSpPr>
          <p:cNvPr id="28" name="Text 26"/>
          <p:cNvSpPr/>
          <p:nvPr/>
        </p:nvSpPr>
        <p:spPr>
          <a:xfrm>
            <a:off x="7351776" y="1133856"/>
            <a:ext cx="1444752" cy="594360"/>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Zusammenhalt und gegenseitiger Respekt als Grundlage.</a:t>
            </a:r>
            <a:endParaRPr lang="en-US" sz="1000" dirty="0"/>
          </a:p>
        </p:txBody>
      </p:sp>
      <p:sp>
        <p:nvSpPr>
          <p:cNvPr id="29" name="Shape 27"/>
          <p:cNvSpPr/>
          <p:nvPr/>
        </p:nvSpPr>
        <p:spPr>
          <a:xfrm>
            <a:off x="457200" y="1920240"/>
            <a:ext cx="8229600" cy="9144"/>
          </a:xfrm>
          <a:prstGeom prst="rect">
            <a:avLst/>
          </a:prstGeom>
          <a:solidFill>
            <a:srgbClr val="C9A84C"/>
          </a:solidFill>
          <a:ln w="12700">
            <a:solidFill>
              <a:srgbClr val="C9A84C"/>
            </a:solidFill>
            <a:prstDash val="solid"/>
          </a:ln>
        </p:spPr>
      </p:sp>
      <p:sp>
        <p:nvSpPr>
          <p:cNvPr id="30" name="Text 28"/>
          <p:cNvSpPr/>
          <p:nvPr/>
        </p:nvSpPr>
        <p:spPr>
          <a:xfrm>
            <a:off x="457200" y="1984248"/>
            <a:ext cx="8229600" cy="256032"/>
          </a:xfrm>
          <a:prstGeom prst="rect">
            <a:avLst/>
          </a:prstGeom>
          <a:noFill/>
          <a:ln/>
        </p:spPr>
        <p:txBody>
          <a:bodyPr wrap="square" lIns="0" tIns="0" rIns="0" bIns="0" rtlCol="0" anchor="ctr"/>
          <a:lstStyle/>
          <a:p>
            <a:pPr indent="0" marL="0">
              <a:buNone/>
            </a:pPr>
            <a:r>
              <a:rPr lang="en-US" sz="1000" b="1" spc="300" kern="0" dirty="0">
                <a:solidFill>
                  <a:srgbClr val="C9A84C"/>
                </a:solidFill>
                <a:latin typeface="Consolas" pitchFamily="34" charset="0"/>
                <a:ea typeface="Consolas" pitchFamily="34" charset="-122"/>
                <a:cs typeface="Consolas" pitchFamily="34" charset="-120"/>
              </a:rPr>
              <a:t>04  VERBESSERUNGSVORSCHLÄGE</a:t>
            </a:r>
            <a:endParaRPr lang="en-US" sz="1000" dirty="0"/>
          </a:p>
        </p:txBody>
      </p:sp>
      <p:sp>
        <p:nvSpPr>
          <p:cNvPr id="31" name="Shape 29"/>
          <p:cNvSpPr/>
          <p:nvPr/>
        </p:nvSpPr>
        <p:spPr>
          <a:xfrm>
            <a:off x="457200" y="2304288"/>
            <a:ext cx="2651760" cy="868680"/>
          </a:xfrm>
          <a:prstGeom prst="rect">
            <a:avLst/>
          </a:prstGeom>
          <a:solidFill>
            <a:srgbClr val="13131E"/>
          </a:solidFill>
          <a:ln w="12700">
            <a:solidFill>
              <a:srgbClr val="2A2415"/>
            </a:solidFill>
            <a:prstDash val="solid"/>
          </a:ln>
        </p:spPr>
      </p:sp>
      <p:sp>
        <p:nvSpPr>
          <p:cNvPr id="32" name="Shape 30"/>
          <p:cNvSpPr/>
          <p:nvPr/>
        </p:nvSpPr>
        <p:spPr>
          <a:xfrm>
            <a:off x="457200" y="2304288"/>
            <a:ext cx="45720" cy="868680"/>
          </a:xfrm>
          <a:prstGeom prst="rect">
            <a:avLst/>
          </a:prstGeom>
          <a:solidFill>
            <a:srgbClr val="C9A84C"/>
          </a:solidFill>
          <a:ln w="12700">
            <a:solidFill>
              <a:srgbClr val="C9A84C"/>
            </a:solidFill>
            <a:prstDash val="solid"/>
          </a:ln>
        </p:spPr>
      </p:sp>
      <p:sp>
        <p:nvSpPr>
          <p:cNvPr id="33" name="Shape 31"/>
          <p:cNvSpPr/>
          <p:nvPr/>
        </p:nvSpPr>
        <p:spPr>
          <a:xfrm>
            <a:off x="502920" y="2304288"/>
            <a:ext cx="347472" cy="292608"/>
          </a:xfrm>
          <a:prstGeom prst="rect">
            <a:avLst/>
          </a:prstGeom>
          <a:solidFill>
            <a:srgbClr val="C9A84C"/>
          </a:solidFill>
          <a:ln w="12700">
            <a:solidFill>
              <a:srgbClr val="C9A84C"/>
            </a:solidFill>
            <a:prstDash val="solid"/>
          </a:ln>
        </p:spPr>
      </p:sp>
      <p:sp>
        <p:nvSpPr>
          <p:cNvPr id="34" name="Text 32"/>
          <p:cNvSpPr/>
          <p:nvPr/>
        </p:nvSpPr>
        <p:spPr>
          <a:xfrm>
            <a:off x="502920" y="2304288"/>
            <a:ext cx="347472" cy="292608"/>
          </a:xfrm>
          <a:prstGeom prst="rect">
            <a:avLst/>
          </a:prstGeom>
          <a:noFill/>
          <a:ln/>
        </p:spPr>
        <p:txBody>
          <a:bodyPr wrap="square" lIns="0" tIns="0" rIns="0" bIns="0" rtlCol="0" anchor="ctr"/>
          <a:lstStyle/>
          <a:p>
            <a:pPr algn="ctr" indent="0" marL="0">
              <a:buNone/>
            </a:pPr>
            <a:r>
              <a:rPr lang="en-US" sz="1000" b="1" dirty="0">
                <a:solidFill>
                  <a:srgbClr val="06060A"/>
                </a:solidFill>
                <a:latin typeface="Consolas" pitchFamily="34" charset="0"/>
                <a:ea typeface="Consolas" pitchFamily="34" charset="-122"/>
                <a:cs typeface="Consolas" pitchFamily="34" charset="-120"/>
              </a:rPr>
              <a:t>01</a:t>
            </a:r>
            <a:endParaRPr lang="en-US" sz="1000" dirty="0"/>
          </a:p>
        </p:txBody>
      </p:sp>
      <p:sp>
        <p:nvSpPr>
          <p:cNvPr id="35" name="Text 33"/>
          <p:cNvSpPr/>
          <p:nvPr/>
        </p:nvSpPr>
        <p:spPr>
          <a:xfrm>
            <a:off x="914400" y="2340864"/>
            <a:ext cx="2103120" cy="237744"/>
          </a:xfrm>
          <a:prstGeom prst="rect">
            <a:avLst/>
          </a:prstGeom>
          <a:noFill/>
          <a:ln/>
        </p:spPr>
        <p:txBody>
          <a:bodyPr wrap="square" lIns="0" tIns="0" rIns="0" bIns="0" rtlCol="0" anchor="ctr"/>
          <a:lstStyle/>
          <a:p>
            <a:pPr indent="0" marL="0">
              <a:buNone/>
            </a:pPr>
            <a:r>
              <a:rPr lang="en-US" sz="1000" b="1" dirty="0">
                <a:solidFill>
                  <a:srgbClr val="F0D080"/>
                </a:solidFill>
                <a:latin typeface="Consolas" pitchFamily="34" charset="0"/>
                <a:ea typeface="Consolas" pitchFamily="34" charset="-122"/>
                <a:cs typeface="Consolas" pitchFamily="34" charset="-120"/>
              </a:rPr>
              <a:t>Stärkere Präsenz</a:t>
            </a:r>
            <a:endParaRPr lang="en-US" sz="1000" dirty="0"/>
          </a:p>
        </p:txBody>
      </p:sp>
      <p:sp>
        <p:nvSpPr>
          <p:cNvPr id="36" name="Text 34"/>
          <p:cNvSpPr/>
          <p:nvPr/>
        </p:nvSpPr>
        <p:spPr>
          <a:xfrm>
            <a:off x="566928" y="2651760"/>
            <a:ext cx="2468880" cy="457200"/>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Mehr aktive Streifen und gezielte Einsätze.</a:t>
            </a:r>
            <a:endParaRPr lang="en-US" sz="1000" dirty="0"/>
          </a:p>
        </p:txBody>
      </p:sp>
      <p:sp>
        <p:nvSpPr>
          <p:cNvPr id="37" name="Shape 35"/>
          <p:cNvSpPr/>
          <p:nvPr/>
        </p:nvSpPr>
        <p:spPr>
          <a:xfrm>
            <a:off x="3200400" y="2304288"/>
            <a:ext cx="2651760" cy="868680"/>
          </a:xfrm>
          <a:prstGeom prst="rect">
            <a:avLst/>
          </a:prstGeom>
          <a:solidFill>
            <a:srgbClr val="13131E"/>
          </a:solidFill>
          <a:ln w="12700">
            <a:solidFill>
              <a:srgbClr val="2A2415"/>
            </a:solidFill>
            <a:prstDash val="solid"/>
          </a:ln>
        </p:spPr>
      </p:sp>
      <p:sp>
        <p:nvSpPr>
          <p:cNvPr id="38" name="Shape 36"/>
          <p:cNvSpPr/>
          <p:nvPr/>
        </p:nvSpPr>
        <p:spPr>
          <a:xfrm>
            <a:off x="3200400" y="2304288"/>
            <a:ext cx="45720" cy="868680"/>
          </a:xfrm>
          <a:prstGeom prst="rect">
            <a:avLst/>
          </a:prstGeom>
          <a:solidFill>
            <a:srgbClr val="C9A84C"/>
          </a:solidFill>
          <a:ln w="12700">
            <a:solidFill>
              <a:srgbClr val="C9A84C"/>
            </a:solidFill>
            <a:prstDash val="solid"/>
          </a:ln>
        </p:spPr>
      </p:sp>
      <p:sp>
        <p:nvSpPr>
          <p:cNvPr id="39" name="Shape 37"/>
          <p:cNvSpPr/>
          <p:nvPr/>
        </p:nvSpPr>
        <p:spPr>
          <a:xfrm>
            <a:off x="3246120" y="2304288"/>
            <a:ext cx="347472" cy="292608"/>
          </a:xfrm>
          <a:prstGeom prst="rect">
            <a:avLst/>
          </a:prstGeom>
          <a:solidFill>
            <a:srgbClr val="C9A84C"/>
          </a:solidFill>
          <a:ln w="12700">
            <a:solidFill>
              <a:srgbClr val="C9A84C"/>
            </a:solidFill>
            <a:prstDash val="solid"/>
          </a:ln>
        </p:spPr>
      </p:sp>
      <p:sp>
        <p:nvSpPr>
          <p:cNvPr id="40" name="Text 38"/>
          <p:cNvSpPr/>
          <p:nvPr/>
        </p:nvSpPr>
        <p:spPr>
          <a:xfrm>
            <a:off x="3246120" y="2304288"/>
            <a:ext cx="347472" cy="292608"/>
          </a:xfrm>
          <a:prstGeom prst="rect">
            <a:avLst/>
          </a:prstGeom>
          <a:noFill/>
          <a:ln/>
        </p:spPr>
        <p:txBody>
          <a:bodyPr wrap="square" lIns="0" tIns="0" rIns="0" bIns="0" rtlCol="0" anchor="ctr"/>
          <a:lstStyle/>
          <a:p>
            <a:pPr algn="ctr" indent="0" marL="0">
              <a:buNone/>
            </a:pPr>
            <a:r>
              <a:rPr lang="en-US" sz="1000" b="1" dirty="0">
                <a:solidFill>
                  <a:srgbClr val="06060A"/>
                </a:solidFill>
                <a:latin typeface="Consolas" pitchFamily="34" charset="0"/>
                <a:ea typeface="Consolas" pitchFamily="34" charset="-122"/>
                <a:cs typeface="Consolas" pitchFamily="34" charset="-120"/>
              </a:rPr>
              <a:t>02</a:t>
            </a:r>
            <a:endParaRPr lang="en-US" sz="1000" dirty="0"/>
          </a:p>
        </p:txBody>
      </p:sp>
      <p:sp>
        <p:nvSpPr>
          <p:cNvPr id="41" name="Text 39"/>
          <p:cNvSpPr/>
          <p:nvPr/>
        </p:nvSpPr>
        <p:spPr>
          <a:xfrm>
            <a:off x="3657600" y="2340864"/>
            <a:ext cx="2103120" cy="237744"/>
          </a:xfrm>
          <a:prstGeom prst="rect">
            <a:avLst/>
          </a:prstGeom>
          <a:noFill/>
          <a:ln/>
        </p:spPr>
        <p:txBody>
          <a:bodyPr wrap="square" lIns="0" tIns="0" rIns="0" bIns="0" rtlCol="0" anchor="ctr"/>
          <a:lstStyle/>
          <a:p>
            <a:pPr indent="0" marL="0">
              <a:buNone/>
            </a:pPr>
            <a:r>
              <a:rPr lang="en-US" sz="1000" b="1" dirty="0">
                <a:solidFill>
                  <a:srgbClr val="F0D080"/>
                </a:solidFill>
                <a:latin typeface="Consolas" pitchFamily="34" charset="0"/>
                <a:ea typeface="Consolas" pitchFamily="34" charset="-122"/>
                <a:cs typeface="Consolas" pitchFamily="34" charset="-120"/>
              </a:rPr>
              <a:t>Globals / Locals</a:t>
            </a:r>
            <a:endParaRPr lang="en-US" sz="1000" dirty="0"/>
          </a:p>
        </p:txBody>
      </p:sp>
      <p:sp>
        <p:nvSpPr>
          <p:cNvPr id="42" name="Text 40"/>
          <p:cNvSpPr/>
          <p:nvPr/>
        </p:nvSpPr>
        <p:spPr>
          <a:xfrm>
            <a:off x="3310128" y="2651760"/>
            <a:ext cx="2468880" cy="457200"/>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Regelmäßige Teilnahme an Events und Einsätzen.</a:t>
            </a:r>
            <a:endParaRPr lang="en-US" sz="1000" dirty="0"/>
          </a:p>
        </p:txBody>
      </p:sp>
      <p:sp>
        <p:nvSpPr>
          <p:cNvPr id="43" name="Shape 41"/>
          <p:cNvSpPr/>
          <p:nvPr/>
        </p:nvSpPr>
        <p:spPr>
          <a:xfrm>
            <a:off x="5943600" y="2304288"/>
            <a:ext cx="2651760" cy="868680"/>
          </a:xfrm>
          <a:prstGeom prst="rect">
            <a:avLst/>
          </a:prstGeom>
          <a:solidFill>
            <a:srgbClr val="13131E"/>
          </a:solidFill>
          <a:ln w="12700">
            <a:solidFill>
              <a:srgbClr val="2A2415"/>
            </a:solidFill>
            <a:prstDash val="solid"/>
          </a:ln>
        </p:spPr>
      </p:sp>
      <p:sp>
        <p:nvSpPr>
          <p:cNvPr id="44" name="Shape 42"/>
          <p:cNvSpPr/>
          <p:nvPr/>
        </p:nvSpPr>
        <p:spPr>
          <a:xfrm>
            <a:off x="5943600" y="2304288"/>
            <a:ext cx="45720" cy="868680"/>
          </a:xfrm>
          <a:prstGeom prst="rect">
            <a:avLst/>
          </a:prstGeom>
          <a:solidFill>
            <a:srgbClr val="C9A84C"/>
          </a:solidFill>
          <a:ln w="12700">
            <a:solidFill>
              <a:srgbClr val="C9A84C"/>
            </a:solidFill>
            <a:prstDash val="solid"/>
          </a:ln>
        </p:spPr>
      </p:sp>
      <p:sp>
        <p:nvSpPr>
          <p:cNvPr id="45" name="Shape 43"/>
          <p:cNvSpPr/>
          <p:nvPr/>
        </p:nvSpPr>
        <p:spPr>
          <a:xfrm>
            <a:off x="5989320" y="2304288"/>
            <a:ext cx="347472" cy="292608"/>
          </a:xfrm>
          <a:prstGeom prst="rect">
            <a:avLst/>
          </a:prstGeom>
          <a:solidFill>
            <a:srgbClr val="C9A84C"/>
          </a:solidFill>
          <a:ln w="12700">
            <a:solidFill>
              <a:srgbClr val="C9A84C"/>
            </a:solidFill>
            <a:prstDash val="solid"/>
          </a:ln>
        </p:spPr>
      </p:sp>
      <p:sp>
        <p:nvSpPr>
          <p:cNvPr id="46" name="Text 44"/>
          <p:cNvSpPr/>
          <p:nvPr/>
        </p:nvSpPr>
        <p:spPr>
          <a:xfrm>
            <a:off x="5989320" y="2304288"/>
            <a:ext cx="347472" cy="292608"/>
          </a:xfrm>
          <a:prstGeom prst="rect">
            <a:avLst/>
          </a:prstGeom>
          <a:noFill/>
          <a:ln/>
        </p:spPr>
        <p:txBody>
          <a:bodyPr wrap="square" lIns="0" tIns="0" rIns="0" bIns="0" rtlCol="0" anchor="ctr"/>
          <a:lstStyle/>
          <a:p>
            <a:pPr algn="ctr" indent="0" marL="0">
              <a:buNone/>
            </a:pPr>
            <a:r>
              <a:rPr lang="en-US" sz="1000" b="1" dirty="0">
                <a:solidFill>
                  <a:srgbClr val="06060A"/>
                </a:solidFill>
                <a:latin typeface="Consolas" pitchFamily="34" charset="0"/>
                <a:ea typeface="Consolas" pitchFamily="34" charset="-122"/>
                <a:cs typeface="Consolas" pitchFamily="34" charset="-120"/>
              </a:rPr>
              <a:t>03</a:t>
            </a:r>
            <a:endParaRPr lang="en-US" sz="1000" dirty="0"/>
          </a:p>
        </p:txBody>
      </p:sp>
      <p:sp>
        <p:nvSpPr>
          <p:cNvPr id="47" name="Text 45"/>
          <p:cNvSpPr/>
          <p:nvPr/>
        </p:nvSpPr>
        <p:spPr>
          <a:xfrm>
            <a:off x="6400800" y="2340864"/>
            <a:ext cx="2103120" cy="237744"/>
          </a:xfrm>
          <a:prstGeom prst="rect">
            <a:avLst/>
          </a:prstGeom>
          <a:noFill/>
          <a:ln/>
        </p:spPr>
        <p:txBody>
          <a:bodyPr wrap="square" lIns="0" tIns="0" rIns="0" bIns="0" rtlCol="0" anchor="ctr"/>
          <a:lstStyle/>
          <a:p>
            <a:pPr indent="0" marL="0">
              <a:buNone/>
            </a:pPr>
            <a:r>
              <a:rPr lang="en-US" sz="1000" b="1" dirty="0">
                <a:solidFill>
                  <a:srgbClr val="F0D080"/>
                </a:solidFill>
                <a:latin typeface="Consolas" pitchFamily="34" charset="0"/>
                <a:ea typeface="Consolas" pitchFamily="34" charset="-122"/>
                <a:cs typeface="Consolas" pitchFamily="34" charset="-120"/>
              </a:rPr>
              <a:t>Regelmäßige Konvois</a:t>
            </a:r>
            <a:endParaRPr lang="en-US" sz="1000" dirty="0"/>
          </a:p>
        </p:txBody>
      </p:sp>
      <p:sp>
        <p:nvSpPr>
          <p:cNvPr id="48" name="Text 46"/>
          <p:cNvSpPr/>
          <p:nvPr/>
        </p:nvSpPr>
        <p:spPr>
          <a:xfrm>
            <a:off x="6053328" y="2651760"/>
            <a:ext cx="2468880" cy="457200"/>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Geplante Militärkonvois durch die Stadt.</a:t>
            </a:r>
            <a:endParaRPr lang="en-US" sz="1000" dirty="0"/>
          </a:p>
        </p:txBody>
      </p:sp>
      <p:sp>
        <p:nvSpPr>
          <p:cNvPr id="49" name="Shape 47"/>
          <p:cNvSpPr/>
          <p:nvPr/>
        </p:nvSpPr>
        <p:spPr>
          <a:xfrm>
            <a:off x="457200" y="3264408"/>
            <a:ext cx="2651760" cy="868680"/>
          </a:xfrm>
          <a:prstGeom prst="rect">
            <a:avLst/>
          </a:prstGeom>
          <a:solidFill>
            <a:srgbClr val="13131E"/>
          </a:solidFill>
          <a:ln w="12700">
            <a:solidFill>
              <a:srgbClr val="2A2415"/>
            </a:solidFill>
            <a:prstDash val="solid"/>
          </a:ln>
        </p:spPr>
      </p:sp>
      <p:sp>
        <p:nvSpPr>
          <p:cNvPr id="50" name="Shape 48"/>
          <p:cNvSpPr/>
          <p:nvPr/>
        </p:nvSpPr>
        <p:spPr>
          <a:xfrm>
            <a:off x="457200" y="3264408"/>
            <a:ext cx="45720" cy="868680"/>
          </a:xfrm>
          <a:prstGeom prst="rect">
            <a:avLst/>
          </a:prstGeom>
          <a:solidFill>
            <a:srgbClr val="C9A84C"/>
          </a:solidFill>
          <a:ln w="12700">
            <a:solidFill>
              <a:srgbClr val="C9A84C"/>
            </a:solidFill>
            <a:prstDash val="solid"/>
          </a:ln>
        </p:spPr>
      </p:sp>
      <p:sp>
        <p:nvSpPr>
          <p:cNvPr id="51" name="Shape 49"/>
          <p:cNvSpPr/>
          <p:nvPr/>
        </p:nvSpPr>
        <p:spPr>
          <a:xfrm>
            <a:off x="502920" y="3264408"/>
            <a:ext cx="347472" cy="292608"/>
          </a:xfrm>
          <a:prstGeom prst="rect">
            <a:avLst/>
          </a:prstGeom>
          <a:solidFill>
            <a:srgbClr val="C9A84C"/>
          </a:solidFill>
          <a:ln w="12700">
            <a:solidFill>
              <a:srgbClr val="C9A84C"/>
            </a:solidFill>
            <a:prstDash val="solid"/>
          </a:ln>
        </p:spPr>
      </p:sp>
      <p:sp>
        <p:nvSpPr>
          <p:cNvPr id="52" name="Text 50"/>
          <p:cNvSpPr/>
          <p:nvPr/>
        </p:nvSpPr>
        <p:spPr>
          <a:xfrm>
            <a:off x="502920" y="3264408"/>
            <a:ext cx="347472" cy="292608"/>
          </a:xfrm>
          <a:prstGeom prst="rect">
            <a:avLst/>
          </a:prstGeom>
          <a:noFill/>
          <a:ln/>
        </p:spPr>
        <p:txBody>
          <a:bodyPr wrap="square" lIns="0" tIns="0" rIns="0" bIns="0" rtlCol="0" anchor="ctr"/>
          <a:lstStyle/>
          <a:p>
            <a:pPr algn="ctr" indent="0" marL="0">
              <a:buNone/>
            </a:pPr>
            <a:r>
              <a:rPr lang="en-US" sz="1000" b="1" dirty="0">
                <a:solidFill>
                  <a:srgbClr val="06060A"/>
                </a:solidFill>
                <a:latin typeface="Consolas" pitchFamily="34" charset="0"/>
                <a:ea typeface="Consolas" pitchFamily="34" charset="-122"/>
                <a:cs typeface="Consolas" pitchFamily="34" charset="-120"/>
              </a:rPr>
              <a:t>04</a:t>
            </a:r>
            <a:endParaRPr lang="en-US" sz="1000" dirty="0"/>
          </a:p>
        </p:txBody>
      </p:sp>
      <p:sp>
        <p:nvSpPr>
          <p:cNvPr id="53" name="Text 51"/>
          <p:cNvSpPr/>
          <p:nvPr/>
        </p:nvSpPr>
        <p:spPr>
          <a:xfrm>
            <a:off x="914400" y="3300984"/>
            <a:ext cx="2103120" cy="237744"/>
          </a:xfrm>
          <a:prstGeom prst="rect">
            <a:avLst/>
          </a:prstGeom>
          <a:noFill/>
          <a:ln/>
        </p:spPr>
        <p:txBody>
          <a:bodyPr wrap="square" lIns="0" tIns="0" rIns="0" bIns="0" rtlCol="0" anchor="ctr"/>
          <a:lstStyle/>
          <a:p>
            <a:pPr indent="0" marL="0">
              <a:buNone/>
            </a:pPr>
            <a:r>
              <a:rPr lang="en-US" sz="1000" b="1" dirty="0">
                <a:solidFill>
                  <a:srgbClr val="F0D080"/>
                </a:solidFill>
                <a:latin typeface="Consolas" pitchFamily="34" charset="0"/>
                <a:ea typeface="Consolas" pitchFamily="34" charset="-122"/>
                <a:cs typeface="Consolas" pitchFamily="34" charset="-120"/>
              </a:rPr>
              <a:t>Fort Zancudo</a:t>
            </a:r>
            <a:endParaRPr lang="en-US" sz="1000" dirty="0"/>
          </a:p>
        </p:txBody>
      </p:sp>
      <p:sp>
        <p:nvSpPr>
          <p:cNvPr id="54" name="Text 52"/>
          <p:cNvSpPr/>
          <p:nvPr/>
        </p:nvSpPr>
        <p:spPr>
          <a:xfrm>
            <a:off x="566928" y="3611880"/>
            <a:ext cx="2468880" cy="457200"/>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Strengere Kontrollen und feste Wachpläne.</a:t>
            </a:r>
            <a:endParaRPr lang="en-US" sz="1000" dirty="0"/>
          </a:p>
        </p:txBody>
      </p:sp>
      <p:sp>
        <p:nvSpPr>
          <p:cNvPr id="55" name="Shape 53"/>
          <p:cNvSpPr/>
          <p:nvPr/>
        </p:nvSpPr>
        <p:spPr>
          <a:xfrm>
            <a:off x="3200400" y="3264408"/>
            <a:ext cx="2651760" cy="868680"/>
          </a:xfrm>
          <a:prstGeom prst="rect">
            <a:avLst/>
          </a:prstGeom>
          <a:solidFill>
            <a:srgbClr val="13131E"/>
          </a:solidFill>
          <a:ln w="12700">
            <a:solidFill>
              <a:srgbClr val="2A2415"/>
            </a:solidFill>
            <a:prstDash val="solid"/>
          </a:ln>
        </p:spPr>
      </p:sp>
      <p:sp>
        <p:nvSpPr>
          <p:cNvPr id="56" name="Shape 54"/>
          <p:cNvSpPr/>
          <p:nvPr/>
        </p:nvSpPr>
        <p:spPr>
          <a:xfrm>
            <a:off x="3200400" y="3264408"/>
            <a:ext cx="45720" cy="868680"/>
          </a:xfrm>
          <a:prstGeom prst="rect">
            <a:avLst/>
          </a:prstGeom>
          <a:solidFill>
            <a:srgbClr val="C9A84C"/>
          </a:solidFill>
          <a:ln w="12700">
            <a:solidFill>
              <a:srgbClr val="C9A84C"/>
            </a:solidFill>
            <a:prstDash val="solid"/>
          </a:ln>
        </p:spPr>
      </p:sp>
      <p:sp>
        <p:nvSpPr>
          <p:cNvPr id="57" name="Shape 55"/>
          <p:cNvSpPr/>
          <p:nvPr/>
        </p:nvSpPr>
        <p:spPr>
          <a:xfrm>
            <a:off x="3246120" y="3264408"/>
            <a:ext cx="347472" cy="292608"/>
          </a:xfrm>
          <a:prstGeom prst="rect">
            <a:avLst/>
          </a:prstGeom>
          <a:solidFill>
            <a:srgbClr val="C9A84C"/>
          </a:solidFill>
          <a:ln w="12700">
            <a:solidFill>
              <a:srgbClr val="C9A84C"/>
            </a:solidFill>
            <a:prstDash val="solid"/>
          </a:ln>
        </p:spPr>
      </p:sp>
      <p:sp>
        <p:nvSpPr>
          <p:cNvPr id="58" name="Text 56"/>
          <p:cNvSpPr/>
          <p:nvPr/>
        </p:nvSpPr>
        <p:spPr>
          <a:xfrm>
            <a:off x="3246120" y="3264408"/>
            <a:ext cx="347472" cy="292608"/>
          </a:xfrm>
          <a:prstGeom prst="rect">
            <a:avLst/>
          </a:prstGeom>
          <a:noFill/>
          <a:ln/>
        </p:spPr>
        <p:txBody>
          <a:bodyPr wrap="square" lIns="0" tIns="0" rIns="0" bIns="0" rtlCol="0" anchor="ctr"/>
          <a:lstStyle/>
          <a:p>
            <a:pPr algn="ctr" indent="0" marL="0">
              <a:buNone/>
            </a:pPr>
            <a:r>
              <a:rPr lang="en-US" sz="1000" b="1" dirty="0">
                <a:solidFill>
                  <a:srgbClr val="06060A"/>
                </a:solidFill>
                <a:latin typeface="Consolas" pitchFamily="34" charset="0"/>
                <a:ea typeface="Consolas" pitchFamily="34" charset="-122"/>
                <a:cs typeface="Consolas" pitchFamily="34" charset="-120"/>
              </a:rPr>
              <a:t>05</a:t>
            </a:r>
            <a:endParaRPr lang="en-US" sz="1000" dirty="0"/>
          </a:p>
        </p:txBody>
      </p:sp>
      <p:sp>
        <p:nvSpPr>
          <p:cNvPr id="59" name="Text 57"/>
          <p:cNvSpPr/>
          <p:nvPr/>
        </p:nvSpPr>
        <p:spPr>
          <a:xfrm>
            <a:off x="3657600" y="3300984"/>
            <a:ext cx="2103120" cy="237744"/>
          </a:xfrm>
          <a:prstGeom prst="rect">
            <a:avLst/>
          </a:prstGeom>
          <a:noFill/>
          <a:ln/>
        </p:spPr>
        <p:txBody>
          <a:bodyPr wrap="square" lIns="0" tIns="0" rIns="0" bIns="0" rtlCol="0" anchor="ctr"/>
          <a:lstStyle/>
          <a:p>
            <a:pPr indent="0" marL="0">
              <a:buNone/>
            </a:pPr>
            <a:r>
              <a:rPr lang="en-US" sz="1000" b="1" dirty="0">
                <a:solidFill>
                  <a:srgbClr val="F0D080"/>
                </a:solidFill>
                <a:latin typeface="Consolas" pitchFamily="34" charset="0"/>
                <a:ea typeface="Consolas" pitchFamily="34" charset="-122"/>
                <a:cs typeface="Consolas" pitchFamily="34" charset="-120"/>
              </a:rPr>
              <a:t>Trainings</a:t>
            </a:r>
            <a:endParaRPr lang="en-US" sz="1000" dirty="0"/>
          </a:p>
        </p:txBody>
      </p:sp>
      <p:sp>
        <p:nvSpPr>
          <p:cNvPr id="60" name="Text 58"/>
          <p:cNvSpPr/>
          <p:nvPr/>
        </p:nvSpPr>
        <p:spPr>
          <a:xfrm>
            <a:off x="3310128" y="3611880"/>
            <a:ext cx="2468880" cy="457200"/>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Schießübungen, Funkdisziplin, Einsatzverhalten.</a:t>
            </a:r>
            <a:endParaRPr lang="en-US" sz="1000" dirty="0"/>
          </a:p>
        </p:txBody>
      </p:sp>
      <p:sp>
        <p:nvSpPr>
          <p:cNvPr id="61" name="Shape 59"/>
          <p:cNvSpPr/>
          <p:nvPr/>
        </p:nvSpPr>
        <p:spPr>
          <a:xfrm>
            <a:off x="5943600" y="3264408"/>
            <a:ext cx="2651760" cy="868680"/>
          </a:xfrm>
          <a:prstGeom prst="rect">
            <a:avLst/>
          </a:prstGeom>
          <a:solidFill>
            <a:srgbClr val="13131E"/>
          </a:solidFill>
          <a:ln w="12700">
            <a:solidFill>
              <a:srgbClr val="2A2415"/>
            </a:solidFill>
            <a:prstDash val="solid"/>
          </a:ln>
        </p:spPr>
      </p:sp>
      <p:sp>
        <p:nvSpPr>
          <p:cNvPr id="62" name="Shape 60"/>
          <p:cNvSpPr/>
          <p:nvPr/>
        </p:nvSpPr>
        <p:spPr>
          <a:xfrm>
            <a:off x="5943600" y="3264408"/>
            <a:ext cx="45720" cy="868680"/>
          </a:xfrm>
          <a:prstGeom prst="rect">
            <a:avLst/>
          </a:prstGeom>
          <a:solidFill>
            <a:srgbClr val="C9A84C"/>
          </a:solidFill>
          <a:ln w="12700">
            <a:solidFill>
              <a:srgbClr val="C9A84C"/>
            </a:solidFill>
            <a:prstDash val="solid"/>
          </a:ln>
        </p:spPr>
      </p:sp>
      <p:sp>
        <p:nvSpPr>
          <p:cNvPr id="63" name="Shape 61"/>
          <p:cNvSpPr/>
          <p:nvPr/>
        </p:nvSpPr>
        <p:spPr>
          <a:xfrm>
            <a:off x="5989320" y="3264408"/>
            <a:ext cx="347472" cy="292608"/>
          </a:xfrm>
          <a:prstGeom prst="rect">
            <a:avLst/>
          </a:prstGeom>
          <a:solidFill>
            <a:srgbClr val="C9A84C"/>
          </a:solidFill>
          <a:ln w="12700">
            <a:solidFill>
              <a:srgbClr val="C9A84C"/>
            </a:solidFill>
            <a:prstDash val="solid"/>
          </a:ln>
        </p:spPr>
      </p:sp>
      <p:sp>
        <p:nvSpPr>
          <p:cNvPr id="64" name="Text 62"/>
          <p:cNvSpPr/>
          <p:nvPr/>
        </p:nvSpPr>
        <p:spPr>
          <a:xfrm>
            <a:off x="5989320" y="3264408"/>
            <a:ext cx="347472" cy="292608"/>
          </a:xfrm>
          <a:prstGeom prst="rect">
            <a:avLst/>
          </a:prstGeom>
          <a:noFill/>
          <a:ln/>
        </p:spPr>
        <p:txBody>
          <a:bodyPr wrap="square" lIns="0" tIns="0" rIns="0" bIns="0" rtlCol="0" anchor="ctr"/>
          <a:lstStyle/>
          <a:p>
            <a:pPr algn="ctr" indent="0" marL="0">
              <a:buNone/>
            </a:pPr>
            <a:r>
              <a:rPr lang="en-US" sz="1000" b="1" dirty="0">
                <a:solidFill>
                  <a:srgbClr val="06060A"/>
                </a:solidFill>
                <a:latin typeface="Consolas" pitchFamily="34" charset="0"/>
                <a:ea typeface="Consolas" pitchFamily="34" charset="-122"/>
                <a:cs typeface="Consolas" pitchFamily="34" charset="-120"/>
              </a:rPr>
              <a:t>06</a:t>
            </a:r>
            <a:endParaRPr lang="en-US" sz="1000" dirty="0"/>
          </a:p>
        </p:txBody>
      </p:sp>
      <p:sp>
        <p:nvSpPr>
          <p:cNvPr id="65" name="Text 63"/>
          <p:cNvSpPr/>
          <p:nvPr/>
        </p:nvSpPr>
        <p:spPr>
          <a:xfrm>
            <a:off x="6400800" y="3300984"/>
            <a:ext cx="2103120" cy="237744"/>
          </a:xfrm>
          <a:prstGeom prst="rect">
            <a:avLst/>
          </a:prstGeom>
          <a:noFill/>
          <a:ln/>
        </p:spPr>
        <p:txBody>
          <a:bodyPr wrap="square" lIns="0" tIns="0" rIns="0" bIns="0" rtlCol="0" anchor="ctr"/>
          <a:lstStyle/>
          <a:p>
            <a:pPr indent="0" marL="0">
              <a:buNone/>
            </a:pPr>
            <a:r>
              <a:rPr lang="en-US" sz="1000" b="1" dirty="0">
                <a:solidFill>
                  <a:srgbClr val="F0D080"/>
                </a:solidFill>
                <a:latin typeface="Consolas" pitchFamily="34" charset="0"/>
                <a:ea typeface="Consolas" pitchFamily="34" charset="-122"/>
                <a:cs typeface="Consolas" pitchFamily="34" charset="-120"/>
              </a:rPr>
              <a:t>Fraktionskooperation</a:t>
            </a:r>
            <a:endParaRPr lang="en-US" sz="1000" dirty="0"/>
          </a:p>
        </p:txBody>
      </p:sp>
      <p:sp>
        <p:nvSpPr>
          <p:cNvPr id="66" name="Text 64"/>
          <p:cNvSpPr/>
          <p:nvPr/>
        </p:nvSpPr>
        <p:spPr>
          <a:xfrm>
            <a:off x="6053328" y="3611880"/>
            <a:ext cx="2468880" cy="457200"/>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Zusammenarbeit mit LSPD, FIB und anderen.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60A"/>
        </a:solidFill>
      </p:bgPr>
    </p:bg>
    <p:spTree>
      <p:nvGrpSpPr>
        <p:cNvPr id="1" name=""/>
        <p:cNvGrpSpPr/>
        <p:nvPr/>
      </p:nvGrpSpPr>
      <p:grpSpPr>
        <a:xfrm>
          <a:off x="0" y="0"/>
          <a:ext cx="0" cy="0"/>
          <a:chOff x="0" y="0"/>
          <a:chExt cx="0" cy="0"/>
        </a:xfrm>
      </p:grpSpPr>
      <p:sp>
        <p:nvSpPr>
          <p:cNvPr id="2" name="Shape 0"/>
          <p:cNvSpPr/>
          <p:nvPr/>
        </p:nvSpPr>
        <p:spPr>
          <a:xfrm>
            <a:off x="457200" y="320040"/>
            <a:ext cx="8229600" cy="9144"/>
          </a:xfrm>
          <a:prstGeom prst="rect">
            <a:avLst/>
          </a:prstGeom>
          <a:solidFill>
            <a:srgbClr val="C9A84C"/>
          </a:solidFill>
          <a:ln w="12700">
            <a:solidFill>
              <a:srgbClr val="C9A84C"/>
            </a:solidFill>
            <a:prstDash val="solid"/>
          </a:ln>
        </p:spPr>
      </p:sp>
      <p:sp>
        <p:nvSpPr>
          <p:cNvPr id="3" name="Text 1"/>
          <p:cNvSpPr/>
          <p:nvPr/>
        </p:nvSpPr>
        <p:spPr>
          <a:xfrm>
            <a:off x="457200" y="73152"/>
            <a:ext cx="8229600" cy="256032"/>
          </a:xfrm>
          <a:prstGeom prst="rect">
            <a:avLst/>
          </a:prstGeom>
          <a:noFill/>
          <a:ln/>
        </p:spPr>
        <p:txBody>
          <a:bodyPr wrap="square" lIns="0" tIns="0" rIns="0" bIns="0" rtlCol="0" anchor="ctr"/>
          <a:lstStyle/>
          <a:p>
            <a:pPr indent="0" marL="0">
              <a:buNone/>
            </a:pPr>
            <a:r>
              <a:rPr lang="en-US" sz="1000" b="1" spc="300" kern="0" dirty="0">
                <a:solidFill>
                  <a:srgbClr val="C9A84C"/>
                </a:solidFill>
                <a:latin typeface="Consolas" pitchFamily="34" charset="0"/>
                <a:ea typeface="Consolas" pitchFamily="34" charset="-122"/>
                <a:cs typeface="Consolas" pitchFamily="34" charset="-120"/>
              </a:rPr>
              <a:t>05  ORGANISATIONSKONZEPT</a:t>
            </a:r>
            <a:endParaRPr lang="en-US" sz="1000" dirty="0"/>
          </a:p>
        </p:txBody>
      </p:sp>
      <p:sp>
        <p:nvSpPr>
          <p:cNvPr id="4" name="Text 2"/>
          <p:cNvSpPr/>
          <p:nvPr/>
        </p:nvSpPr>
        <p:spPr>
          <a:xfrm>
            <a:off x="457200" y="384048"/>
            <a:ext cx="8229600" cy="256032"/>
          </a:xfrm>
          <a:prstGeom prst="rect">
            <a:avLst/>
          </a:prstGeom>
          <a:noFill/>
          <a:ln/>
        </p:spPr>
        <p:txBody>
          <a:bodyPr wrap="square" lIns="0" tIns="0" rIns="0" bIns="0" rtlCol="0" anchor="ctr"/>
          <a:lstStyle/>
          <a:p>
            <a:pPr algn="ctr" indent="0" marL="0">
              <a:buNone/>
            </a:pPr>
            <a:r>
              <a:rPr lang="en-US" sz="900" spc="200" kern="0" dirty="0">
                <a:solidFill>
                  <a:srgbClr val="5A5445"/>
                </a:solidFill>
                <a:latin typeface="Consolas" pitchFamily="34" charset="0"/>
                <a:ea typeface="Consolas" pitchFamily="34" charset="-122"/>
                <a:cs typeface="Consolas" pitchFamily="34" charset="-120"/>
              </a:rPr>
              <a:t>KONZEPT BASIEREND AUF DREI SÄULEN:  STRUKTUR · AKTIVITÄT · DISZIPLIN</a:t>
            </a:r>
            <a:endParaRPr lang="en-US" sz="900" dirty="0"/>
          </a:p>
        </p:txBody>
      </p:sp>
      <p:sp>
        <p:nvSpPr>
          <p:cNvPr id="5" name="Shape 3"/>
          <p:cNvSpPr/>
          <p:nvPr/>
        </p:nvSpPr>
        <p:spPr>
          <a:xfrm>
            <a:off x="457200" y="749808"/>
            <a:ext cx="2651760" cy="1261872"/>
          </a:xfrm>
          <a:prstGeom prst="rect">
            <a:avLst/>
          </a:prstGeom>
          <a:solidFill>
            <a:srgbClr val="13131E"/>
          </a:solidFill>
          <a:ln w="12700">
            <a:solidFill>
              <a:srgbClr val="2A2415"/>
            </a:solidFill>
            <a:prstDash val="solid"/>
          </a:ln>
        </p:spPr>
      </p:sp>
      <p:sp>
        <p:nvSpPr>
          <p:cNvPr id="6" name="Shape 4"/>
          <p:cNvSpPr/>
          <p:nvPr/>
        </p:nvSpPr>
        <p:spPr>
          <a:xfrm>
            <a:off x="457200" y="749808"/>
            <a:ext cx="45720" cy="1261872"/>
          </a:xfrm>
          <a:prstGeom prst="rect">
            <a:avLst/>
          </a:prstGeom>
          <a:solidFill>
            <a:srgbClr val="C9A84C"/>
          </a:solidFill>
          <a:ln w="12700">
            <a:solidFill>
              <a:srgbClr val="C9A84C"/>
            </a:solidFill>
            <a:prstDash val="solid"/>
          </a:ln>
        </p:spPr>
      </p:sp>
      <p:sp>
        <p:nvSpPr>
          <p:cNvPr id="7" name="Shape 5"/>
          <p:cNvSpPr/>
          <p:nvPr/>
        </p:nvSpPr>
        <p:spPr>
          <a:xfrm>
            <a:off x="502920" y="749808"/>
            <a:ext cx="347472" cy="274320"/>
          </a:xfrm>
          <a:prstGeom prst="rect">
            <a:avLst/>
          </a:prstGeom>
          <a:solidFill>
            <a:srgbClr val="C9A84C"/>
          </a:solidFill>
          <a:ln w="12700">
            <a:solidFill>
              <a:srgbClr val="C9A84C"/>
            </a:solidFill>
            <a:prstDash val="solid"/>
          </a:ln>
        </p:spPr>
      </p:sp>
      <p:sp>
        <p:nvSpPr>
          <p:cNvPr id="8" name="Text 6"/>
          <p:cNvSpPr/>
          <p:nvPr/>
        </p:nvSpPr>
        <p:spPr>
          <a:xfrm>
            <a:off x="502920" y="749808"/>
            <a:ext cx="347472" cy="274320"/>
          </a:xfrm>
          <a:prstGeom prst="rect">
            <a:avLst/>
          </a:prstGeom>
          <a:noFill/>
          <a:ln/>
        </p:spPr>
        <p:txBody>
          <a:bodyPr wrap="square" lIns="0" tIns="0" rIns="0" bIns="0" rtlCol="0" anchor="ctr"/>
          <a:lstStyle/>
          <a:p>
            <a:pPr algn="ctr" indent="0" marL="0">
              <a:buNone/>
            </a:pPr>
            <a:r>
              <a:rPr lang="en-US" sz="1000" b="1" dirty="0">
                <a:solidFill>
                  <a:srgbClr val="06060A"/>
                </a:solidFill>
                <a:latin typeface="Consolas" pitchFamily="34" charset="0"/>
                <a:ea typeface="Consolas" pitchFamily="34" charset="-122"/>
                <a:cs typeface="Consolas" pitchFamily="34" charset="-120"/>
              </a:rPr>
              <a:t>01</a:t>
            </a:r>
            <a:endParaRPr lang="en-US" sz="1000" dirty="0"/>
          </a:p>
        </p:txBody>
      </p:sp>
      <p:sp>
        <p:nvSpPr>
          <p:cNvPr id="9" name="Text 7"/>
          <p:cNvSpPr/>
          <p:nvPr/>
        </p:nvSpPr>
        <p:spPr>
          <a:xfrm>
            <a:off x="914400" y="786384"/>
            <a:ext cx="2103120" cy="237744"/>
          </a:xfrm>
          <a:prstGeom prst="rect">
            <a:avLst/>
          </a:prstGeom>
          <a:noFill/>
          <a:ln/>
        </p:spPr>
        <p:txBody>
          <a:bodyPr wrap="square" lIns="0" tIns="0" rIns="0" bIns="0" rtlCol="0" anchor="ctr"/>
          <a:lstStyle/>
          <a:p>
            <a:pPr indent="0" marL="0">
              <a:buNone/>
            </a:pPr>
            <a:r>
              <a:rPr lang="en-US" sz="1100" b="1" dirty="0">
                <a:solidFill>
                  <a:srgbClr val="F0D080"/>
                </a:solidFill>
                <a:latin typeface="Consolas" pitchFamily="34" charset="0"/>
                <a:ea typeface="Consolas" pitchFamily="34" charset="-122"/>
                <a:cs typeface="Consolas" pitchFamily="34" charset="-120"/>
              </a:rPr>
              <a:t>Klare Hierarchie</a:t>
            </a:r>
            <a:endParaRPr lang="en-US" sz="1100" dirty="0"/>
          </a:p>
        </p:txBody>
      </p:sp>
      <p:sp>
        <p:nvSpPr>
          <p:cNvPr id="10" name="Text 8"/>
          <p:cNvSpPr/>
          <p:nvPr/>
        </p:nvSpPr>
        <p:spPr>
          <a:xfrm>
            <a:off x="566928" y="1078992"/>
            <a:ext cx="2450592" cy="822960"/>
          </a:xfrm>
          <a:prstGeom prst="rect">
            <a:avLst/>
          </a:prstGeom>
          <a:noFill/>
          <a:ln/>
        </p:spPr>
        <p:txBody>
          <a:bodyPr wrap="square" lIns="0" tIns="0" rIns="0" bIns="0" rtlCol="0" anchor="ctr"/>
          <a:lstStyle/>
          <a:p>
            <a:pPr indent="0" marL="0">
              <a:buNone/>
            </a:pPr>
            <a:r>
              <a:rPr lang="en-US" sz="1050" dirty="0">
                <a:solidFill>
                  <a:srgbClr val="CFC9BC"/>
                </a:solidFill>
                <a:latin typeface="Calibri" pitchFamily="34" charset="0"/>
                <a:ea typeface="Calibri" pitchFamily="34" charset="-122"/>
                <a:cs typeface="Calibri" pitchFamily="34" charset="-120"/>
              </a:rPr>
              <a:t>Jeder kennt seine Rolle und Aufgaben, um Chaos zu vermeiden und effizient zu handeln.</a:t>
            </a:r>
            <a:endParaRPr lang="en-US" sz="1050" dirty="0"/>
          </a:p>
        </p:txBody>
      </p:sp>
      <p:sp>
        <p:nvSpPr>
          <p:cNvPr id="11" name="Shape 9"/>
          <p:cNvSpPr/>
          <p:nvPr/>
        </p:nvSpPr>
        <p:spPr>
          <a:xfrm>
            <a:off x="3200400" y="749808"/>
            <a:ext cx="2651760" cy="1261872"/>
          </a:xfrm>
          <a:prstGeom prst="rect">
            <a:avLst/>
          </a:prstGeom>
          <a:solidFill>
            <a:srgbClr val="13131E"/>
          </a:solidFill>
          <a:ln w="12700">
            <a:solidFill>
              <a:srgbClr val="2A2415"/>
            </a:solidFill>
            <a:prstDash val="solid"/>
          </a:ln>
        </p:spPr>
      </p:sp>
      <p:sp>
        <p:nvSpPr>
          <p:cNvPr id="12" name="Shape 10"/>
          <p:cNvSpPr/>
          <p:nvPr/>
        </p:nvSpPr>
        <p:spPr>
          <a:xfrm>
            <a:off x="3200400" y="749808"/>
            <a:ext cx="45720" cy="1261872"/>
          </a:xfrm>
          <a:prstGeom prst="rect">
            <a:avLst/>
          </a:prstGeom>
          <a:solidFill>
            <a:srgbClr val="C9A84C"/>
          </a:solidFill>
          <a:ln w="12700">
            <a:solidFill>
              <a:srgbClr val="C9A84C"/>
            </a:solidFill>
            <a:prstDash val="solid"/>
          </a:ln>
        </p:spPr>
      </p:sp>
      <p:sp>
        <p:nvSpPr>
          <p:cNvPr id="13" name="Shape 11"/>
          <p:cNvSpPr/>
          <p:nvPr/>
        </p:nvSpPr>
        <p:spPr>
          <a:xfrm>
            <a:off x="3246120" y="749808"/>
            <a:ext cx="347472" cy="274320"/>
          </a:xfrm>
          <a:prstGeom prst="rect">
            <a:avLst/>
          </a:prstGeom>
          <a:solidFill>
            <a:srgbClr val="C9A84C"/>
          </a:solidFill>
          <a:ln w="12700">
            <a:solidFill>
              <a:srgbClr val="C9A84C"/>
            </a:solidFill>
            <a:prstDash val="solid"/>
          </a:ln>
        </p:spPr>
      </p:sp>
      <p:sp>
        <p:nvSpPr>
          <p:cNvPr id="14" name="Text 12"/>
          <p:cNvSpPr/>
          <p:nvPr/>
        </p:nvSpPr>
        <p:spPr>
          <a:xfrm>
            <a:off x="3246120" y="749808"/>
            <a:ext cx="347472" cy="274320"/>
          </a:xfrm>
          <a:prstGeom prst="rect">
            <a:avLst/>
          </a:prstGeom>
          <a:noFill/>
          <a:ln/>
        </p:spPr>
        <p:txBody>
          <a:bodyPr wrap="square" lIns="0" tIns="0" rIns="0" bIns="0" rtlCol="0" anchor="ctr"/>
          <a:lstStyle/>
          <a:p>
            <a:pPr algn="ctr" indent="0" marL="0">
              <a:buNone/>
            </a:pPr>
            <a:r>
              <a:rPr lang="en-US" sz="1000" b="1" dirty="0">
                <a:solidFill>
                  <a:srgbClr val="06060A"/>
                </a:solidFill>
                <a:latin typeface="Consolas" pitchFamily="34" charset="0"/>
                <a:ea typeface="Consolas" pitchFamily="34" charset="-122"/>
                <a:cs typeface="Consolas" pitchFamily="34" charset="-120"/>
              </a:rPr>
              <a:t>02</a:t>
            </a:r>
            <a:endParaRPr lang="en-US" sz="1000" dirty="0"/>
          </a:p>
        </p:txBody>
      </p:sp>
      <p:sp>
        <p:nvSpPr>
          <p:cNvPr id="15" name="Text 13"/>
          <p:cNvSpPr/>
          <p:nvPr/>
        </p:nvSpPr>
        <p:spPr>
          <a:xfrm>
            <a:off x="3657600" y="786384"/>
            <a:ext cx="2103120" cy="237744"/>
          </a:xfrm>
          <a:prstGeom prst="rect">
            <a:avLst/>
          </a:prstGeom>
          <a:noFill/>
          <a:ln/>
        </p:spPr>
        <p:txBody>
          <a:bodyPr wrap="square" lIns="0" tIns="0" rIns="0" bIns="0" rtlCol="0" anchor="ctr"/>
          <a:lstStyle/>
          <a:p>
            <a:pPr indent="0" marL="0">
              <a:buNone/>
            </a:pPr>
            <a:r>
              <a:rPr lang="en-US" sz="1100" b="1" dirty="0">
                <a:solidFill>
                  <a:srgbClr val="F0D080"/>
                </a:solidFill>
                <a:latin typeface="Consolas" pitchFamily="34" charset="0"/>
                <a:ea typeface="Consolas" pitchFamily="34" charset="-122"/>
                <a:cs typeface="Consolas" pitchFamily="34" charset="-120"/>
              </a:rPr>
              <a:t>Aktive Leitung</a:t>
            </a:r>
            <a:endParaRPr lang="en-US" sz="1100" dirty="0"/>
          </a:p>
        </p:txBody>
      </p:sp>
      <p:sp>
        <p:nvSpPr>
          <p:cNvPr id="16" name="Text 14"/>
          <p:cNvSpPr/>
          <p:nvPr/>
        </p:nvSpPr>
        <p:spPr>
          <a:xfrm>
            <a:off x="3310128" y="1078992"/>
            <a:ext cx="2450592" cy="822960"/>
          </a:xfrm>
          <a:prstGeom prst="rect">
            <a:avLst/>
          </a:prstGeom>
          <a:noFill/>
          <a:ln/>
        </p:spPr>
        <p:txBody>
          <a:bodyPr wrap="square" lIns="0" tIns="0" rIns="0" bIns="0" rtlCol="0" anchor="ctr"/>
          <a:lstStyle/>
          <a:p>
            <a:pPr indent="0" marL="0">
              <a:buNone/>
            </a:pPr>
            <a:r>
              <a:rPr lang="en-US" sz="1050" dirty="0">
                <a:solidFill>
                  <a:srgbClr val="CFC9BC"/>
                </a:solidFill>
                <a:latin typeface="Calibri" pitchFamily="34" charset="0"/>
                <a:ea typeface="Calibri" pitchFamily="34" charset="-122"/>
                <a:cs typeface="Calibri" pitchFamily="34" charset="-120"/>
              </a:rPr>
              <a:t>Die Führungsebene ist präsent, ansprechbar und unterstützt Mitglieder aktiv.</a:t>
            </a:r>
            <a:endParaRPr lang="en-US" sz="1050" dirty="0"/>
          </a:p>
        </p:txBody>
      </p:sp>
      <p:sp>
        <p:nvSpPr>
          <p:cNvPr id="17" name="Shape 15"/>
          <p:cNvSpPr/>
          <p:nvPr/>
        </p:nvSpPr>
        <p:spPr>
          <a:xfrm>
            <a:off x="5943600" y="749808"/>
            <a:ext cx="2651760" cy="1261872"/>
          </a:xfrm>
          <a:prstGeom prst="rect">
            <a:avLst/>
          </a:prstGeom>
          <a:solidFill>
            <a:srgbClr val="13131E"/>
          </a:solidFill>
          <a:ln w="12700">
            <a:solidFill>
              <a:srgbClr val="2A2415"/>
            </a:solidFill>
            <a:prstDash val="solid"/>
          </a:ln>
        </p:spPr>
      </p:sp>
      <p:sp>
        <p:nvSpPr>
          <p:cNvPr id="18" name="Shape 16"/>
          <p:cNvSpPr/>
          <p:nvPr/>
        </p:nvSpPr>
        <p:spPr>
          <a:xfrm>
            <a:off x="5943600" y="749808"/>
            <a:ext cx="45720" cy="1261872"/>
          </a:xfrm>
          <a:prstGeom prst="rect">
            <a:avLst/>
          </a:prstGeom>
          <a:solidFill>
            <a:srgbClr val="C9A84C"/>
          </a:solidFill>
          <a:ln w="12700">
            <a:solidFill>
              <a:srgbClr val="C9A84C"/>
            </a:solidFill>
            <a:prstDash val="solid"/>
          </a:ln>
        </p:spPr>
      </p:sp>
      <p:sp>
        <p:nvSpPr>
          <p:cNvPr id="19" name="Shape 17"/>
          <p:cNvSpPr/>
          <p:nvPr/>
        </p:nvSpPr>
        <p:spPr>
          <a:xfrm>
            <a:off x="5989320" y="749808"/>
            <a:ext cx="347472" cy="274320"/>
          </a:xfrm>
          <a:prstGeom prst="rect">
            <a:avLst/>
          </a:prstGeom>
          <a:solidFill>
            <a:srgbClr val="C9A84C"/>
          </a:solidFill>
          <a:ln w="12700">
            <a:solidFill>
              <a:srgbClr val="C9A84C"/>
            </a:solidFill>
            <a:prstDash val="solid"/>
          </a:ln>
        </p:spPr>
      </p:sp>
      <p:sp>
        <p:nvSpPr>
          <p:cNvPr id="20" name="Text 18"/>
          <p:cNvSpPr/>
          <p:nvPr/>
        </p:nvSpPr>
        <p:spPr>
          <a:xfrm>
            <a:off x="5989320" y="749808"/>
            <a:ext cx="347472" cy="274320"/>
          </a:xfrm>
          <a:prstGeom prst="rect">
            <a:avLst/>
          </a:prstGeom>
          <a:noFill/>
          <a:ln/>
        </p:spPr>
        <p:txBody>
          <a:bodyPr wrap="square" lIns="0" tIns="0" rIns="0" bIns="0" rtlCol="0" anchor="ctr"/>
          <a:lstStyle/>
          <a:p>
            <a:pPr algn="ctr" indent="0" marL="0">
              <a:buNone/>
            </a:pPr>
            <a:r>
              <a:rPr lang="en-US" sz="1000" b="1" dirty="0">
                <a:solidFill>
                  <a:srgbClr val="06060A"/>
                </a:solidFill>
                <a:latin typeface="Consolas" pitchFamily="34" charset="0"/>
                <a:ea typeface="Consolas" pitchFamily="34" charset="-122"/>
                <a:cs typeface="Consolas" pitchFamily="34" charset="-120"/>
              </a:rPr>
              <a:t>03</a:t>
            </a:r>
            <a:endParaRPr lang="en-US" sz="1000" dirty="0"/>
          </a:p>
        </p:txBody>
      </p:sp>
      <p:sp>
        <p:nvSpPr>
          <p:cNvPr id="21" name="Text 19"/>
          <p:cNvSpPr/>
          <p:nvPr/>
        </p:nvSpPr>
        <p:spPr>
          <a:xfrm>
            <a:off x="6400800" y="786384"/>
            <a:ext cx="2103120" cy="237744"/>
          </a:xfrm>
          <a:prstGeom prst="rect">
            <a:avLst/>
          </a:prstGeom>
          <a:noFill/>
          <a:ln/>
        </p:spPr>
        <p:txBody>
          <a:bodyPr wrap="square" lIns="0" tIns="0" rIns="0" bIns="0" rtlCol="0" anchor="ctr"/>
          <a:lstStyle/>
          <a:p>
            <a:pPr indent="0" marL="0">
              <a:buNone/>
            </a:pPr>
            <a:r>
              <a:rPr lang="en-US" sz="1100" b="1" dirty="0">
                <a:solidFill>
                  <a:srgbClr val="F0D080"/>
                </a:solidFill>
                <a:latin typeface="Consolas" pitchFamily="34" charset="0"/>
                <a:ea typeface="Consolas" pitchFamily="34" charset="-122"/>
                <a:cs typeface="Consolas" pitchFamily="34" charset="-120"/>
              </a:rPr>
              <a:t>Förderung der Mitglieder</a:t>
            </a:r>
            <a:endParaRPr lang="en-US" sz="1100" dirty="0"/>
          </a:p>
        </p:txBody>
      </p:sp>
      <p:sp>
        <p:nvSpPr>
          <p:cNvPr id="22" name="Text 20"/>
          <p:cNvSpPr/>
          <p:nvPr/>
        </p:nvSpPr>
        <p:spPr>
          <a:xfrm>
            <a:off x="6053328" y="1078992"/>
            <a:ext cx="2450592" cy="822960"/>
          </a:xfrm>
          <a:prstGeom prst="rect">
            <a:avLst/>
          </a:prstGeom>
          <a:noFill/>
          <a:ln/>
        </p:spPr>
        <p:txBody>
          <a:bodyPr wrap="square" lIns="0" tIns="0" rIns="0" bIns="0" rtlCol="0" anchor="ctr"/>
          <a:lstStyle/>
          <a:p>
            <a:pPr indent="0" marL="0">
              <a:buNone/>
            </a:pPr>
            <a:r>
              <a:rPr lang="en-US" sz="1050" dirty="0">
                <a:solidFill>
                  <a:srgbClr val="CFC9BC"/>
                </a:solidFill>
                <a:latin typeface="Calibri" pitchFamily="34" charset="0"/>
                <a:ea typeface="Calibri" pitchFamily="34" charset="-122"/>
                <a:cs typeface="Calibri" pitchFamily="34" charset="-120"/>
              </a:rPr>
              <a:t>Neue werden eingearbeitet, erfahrene Mitglieder erhalten mehr Verantwortung.</a:t>
            </a:r>
            <a:endParaRPr lang="en-US" sz="1050" dirty="0"/>
          </a:p>
        </p:txBody>
      </p:sp>
      <p:sp>
        <p:nvSpPr>
          <p:cNvPr id="23" name="Shape 21"/>
          <p:cNvSpPr/>
          <p:nvPr/>
        </p:nvSpPr>
        <p:spPr>
          <a:xfrm>
            <a:off x="457200" y="2121408"/>
            <a:ext cx="2651760" cy="1261872"/>
          </a:xfrm>
          <a:prstGeom prst="rect">
            <a:avLst/>
          </a:prstGeom>
          <a:solidFill>
            <a:srgbClr val="13131E"/>
          </a:solidFill>
          <a:ln w="12700">
            <a:solidFill>
              <a:srgbClr val="2A2415"/>
            </a:solidFill>
            <a:prstDash val="solid"/>
          </a:ln>
        </p:spPr>
      </p:sp>
      <p:sp>
        <p:nvSpPr>
          <p:cNvPr id="24" name="Shape 22"/>
          <p:cNvSpPr/>
          <p:nvPr/>
        </p:nvSpPr>
        <p:spPr>
          <a:xfrm>
            <a:off x="457200" y="2121408"/>
            <a:ext cx="45720" cy="1261872"/>
          </a:xfrm>
          <a:prstGeom prst="rect">
            <a:avLst/>
          </a:prstGeom>
          <a:solidFill>
            <a:srgbClr val="C9A84C"/>
          </a:solidFill>
          <a:ln w="12700">
            <a:solidFill>
              <a:srgbClr val="C9A84C"/>
            </a:solidFill>
            <a:prstDash val="solid"/>
          </a:ln>
        </p:spPr>
      </p:sp>
      <p:sp>
        <p:nvSpPr>
          <p:cNvPr id="25" name="Shape 23"/>
          <p:cNvSpPr/>
          <p:nvPr/>
        </p:nvSpPr>
        <p:spPr>
          <a:xfrm>
            <a:off x="502920" y="2121408"/>
            <a:ext cx="347472" cy="274320"/>
          </a:xfrm>
          <a:prstGeom prst="rect">
            <a:avLst/>
          </a:prstGeom>
          <a:solidFill>
            <a:srgbClr val="C9A84C"/>
          </a:solidFill>
          <a:ln w="12700">
            <a:solidFill>
              <a:srgbClr val="C9A84C"/>
            </a:solidFill>
            <a:prstDash val="solid"/>
          </a:ln>
        </p:spPr>
      </p:sp>
      <p:sp>
        <p:nvSpPr>
          <p:cNvPr id="26" name="Text 24"/>
          <p:cNvSpPr/>
          <p:nvPr/>
        </p:nvSpPr>
        <p:spPr>
          <a:xfrm>
            <a:off x="502920" y="2121408"/>
            <a:ext cx="347472" cy="274320"/>
          </a:xfrm>
          <a:prstGeom prst="rect">
            <a:avLst/>
          </a:prstGeom>
          <a:noFill/>
          <a:ln/>
        </p:spPr>
        <p:txBody>
          <a:bodyPr wrap="square" lIns="0" tIns="0" rIns="0" bIns="0" rtlCol="0" anchor="ctr"/>
          <a:lstStyle/>
          <a:p>
            <a:pPr algn="ctr" indent="0" marL="0">
              <a:buNone/>
            </a:pPr>
            <a:r>
              <a:rPr lang="en-US" sz="1000" b="1" dirty="0">
                <a:solidFill>
                  <a:srgbClr val="06060A"/>
                </a:solidFill>
                <a:latin typeface="Consolas" pitchFamily="34" charset="0"/>
                <a:ea typeface="Consolas" pitchFamily="34" charset="-122"/>
                <a:cs typeface="Consolas" pitchFamily="34" charset="-120"/>
              </a:rPr>
              <a:t>04</a:t>
            </a:r>
            <a:endParaRPr lang="en-US" sz="1000" dirty="0"/>
          </a:p>
        </p:txBody>
      </p:sp>
      <p:sp>
        <p:nvSpPr>
          <p:cNvPr id="27" name="Text 25"/>
          <p:cNvSpPr/>
          <p:nvPr/>
        </p:nvSpPr>
        <p:spPr>
          <a:xfrm>
            <a:off x="914400" y="2157984"/>
            <a:ext cx="2103120" cy="237744"/>
          </a:xfrm>
          <a:prstGeom prst="rect">
            <a:avLst/>
          </a:prstGeom>
          <a:noFill/>
          <a:ln/>
        </p:spPr>
        <p:txBody>
          <a:bodyPr wrap="square" lIns="0" tIns="0" rIns="0" bIns="0" rtlCol="0" anchor="ctr"/>
          <a:lstStyle/>
          <a:p>
            <a:pPr indent="0" marL="0">
              <a:buNone/>
            </a:pPr>
            <a:r>
              <a:rPr lang="en-US" sz="1100" b="1" dirty="0">
                <a:solidFill>
                  <a:srgbClr val="F0D080"/>
                </a:solidFill>
                <a:latin typeface="Consolas" pitchFamily="34" charset="0"/>
                <a:ea typeface="Consolas" pitchFamily="34" charset="-122"/>
                <a:cs typeface="Consolas" pitchFamily="34" charset="-120"/>
              </a:rPr>
              <a:t>Regelmäßige Aktivitäten</a:t>
            </a:r>
            <a:endParaRPr lang="en-US" sz="1100" dirty="0"/>
          </a:p>
        </p:txBody>
      </p:sp>
      <p:sp>
        <p:nvSpPr>
          <p:cNvPr id="28" name="Text 26"/>
          <p:cNvSpPr/>
          <p:nvPr/>
        </p:nvSpPr>
        <p:spPr>
          <a:xfrm>
            <a:off x="566928" y="2450592"/>
            <a:ext cx="2450592" cy="822960"/>
          </a:xfrm>
          <a:prstGeom prst="rect">
            <a:avLst/>
          </a:prstGeom>
          <a:noFill/>
          <a:ln/>
        </p:spPr>
        <p:txBody>
          <a:bodyPr wrap="square" lIns="0" tIns="0" rIns="0" bIns="0" rtlCol="0" anchor="ctr"/>
          <a:lstStyle/>
          <a:p>
            <a:pPr indent="0" marL="0">
              <a:buNone/>
            </a:pPr>
            <a:r>
              <a:rPr lang="en-US" sz="1050" dirty="0">
                <a:solidFill>
                  <a:srgbClr val="CFC9BC"/>
                </a:solidFill>
                <a:latin typeface="Calibri" pitchFamily="34" charset="0"/>
                <a:ea typeface="Calibri" pitchFamily="34" charset="-122"/>
                <a:cs typeface="Calibri" pitchFamily="34" charset="-120"/>
              </a:rPr>
              <a:t>Trainings, Konvois, Einsätze und Events für dauerhaftes, lebendiges RP.</a:t>
            </a:r>
            <a:endParaRPr lang="en-US" sz="1050" dirty="0"/>
          </a:p>
        </p:txBody>
      </p:sp>
      <p:sp>
        <p:nvSpPr>
          <p:cNvPr id="29" name="Shape 27"/>
          <p:cNvSpPr/>
          <p:nvPr/>
        </p:nvSpPr>
        <p:spPr>
          <a:xfrm>
            <a:off x="3200400" y="2121408"/>
            <a:ext cx="2651760" cy="1261872"/>
          </a:xfrm>
          <a:prstGeom prst="rect">
            <a:avLst/>
          </a:prstGeom>
          <a:solidFill>
            <a:srgbClr val="13131E"/>
          </a:solidFill>
          <a:ln w="12700">
            <a:solidFill>
              <a:srgbClr val="2A2415"/>
            </a:solidFill>
            <a:prstDash val="solid"/>
          </a:ln>
        </p:spPr>
      </p:sp>
      <p:sp>
        <p:nvSpPr>
          <p:cNvPr id="30" name="Shape 28"/>
          <p:cNvSpPr/>
          <p:nvPr/>
        </p:nvSpPr>
        <p:spPr>
          <a:xfrm>
            <a:off x="3200400" y="2121408"/>
            <a:ext cx="45720" cy="1261872"/>
          </a:xfrm>
          <a:prstGeom prst="rect">
            <a:avLst/>
          </a:prstGeom>
          <a:solidFill>
            <a:srgbClr val="C9A84C"/>
          </a:solidFill>
          <a:ln w="12700">
            <a:solidFill>
              <a:srgbClr val="C9A84C"/>
            </a:solidFill>
            <a:prstDash val="solid"/>
          </a:ln>
        </p:spPr>
      </p:sp>
      <p:sp>
        <p:nvSpPr>
          <p:cNvPr id="31" name="Shape 29"/>
          <p:cNvSpPr/>
          <p:nvPr/>
        </p:nvSpPr>
        <p:spPr>
          <a:xfrm>
            <a:off x="3246120" y="2121408"/>
            <a:ext cx="347472" cy="274320"/>
          </a:xfrm>
          <a:prstGeom prst="rect">
            <a:avLst/>
          </a:prstGeom>
          <a:solidFill>
            <a:srgbClr val="C9A84C"/>
          </a:solidFill>
          <a:ln w="12700">
            <a:solidFill>
              <a:srgbClr val="C9A84C"/>
            </a:solidFill>
            <a:prstDash val="solid"/>
          </a:ln>
        </p:spPr>
      </p:sp>
      <p:sp>
        <p:nvSpPr>
          <p:cNvPr id="32" name="Text 30"/>
          <p:cNvSpPr/>
          <p:nvPr/>
        </p:nvSpPr>
        <p:spPr>
          <a:xfrm>
            <a:off x="3246120" y="2121408"/>
            <a:ext cx="347472" cy="274320"/>
          </a:xfrm>
          <a:prstGeom prst="rect">
            <a:avLst/>
          </a:prstGeom>
          <a:noFill/>
          <a:ln/>
        </p:spPr>
        <p:txBody>
          <a:bodyPr wrap="square" lIns="0" tIns="0" rIns="0" bIns="0" rtlCol="0" anchor="ctr"/>
          <a:lstStyle/>
          <a:p>
            <a:pPr algn="ctr" indent="0" marL="0">
              <a:buNone/>
            </a:pPr>
            <a:r>
              <a:rPr lang="en-US" sz="1000" b="1" dirty="0">
                <a:solidFill>
                  <a:srgbClr val="06060A"/>
                </a:solidFill>
                <a:latin typeface="Consolas" pitchFamily="34" charset="0"/>
                <a:ea typeface="Consolas" pitchFamily="34" charset="-122"/>
                <a:cs typeface="Consolas" pitchFamily="34" charset="-120"/>
              </a:rPr>
              <a:t>05</a:t>
            </a:r>
            <a:endParaRPr lang="en-US" sz="1000" dirty="0"/>
          </a:p>
        </p:txBody>
      </p:sp>
      <p:sp>
        <p:nvSpPr>
          <p:cNvPr id="33" name="Text 31"/>
          <p:cNvSpPr/>
          <p:nvPr/>
        </p:nvSpPr>
        <p:spPr>
          <a:xfrm>
            <a:off x="3657600" y="2157984"/>
            <a:ext cx="2103120" cy="237744"/>
          </a:xfrm>
          <a:prstGeom prst="rect">
            <a:avLst/>
          </a:prstGeom>
          <a:noFill/>
          <a:ln/>
        </p:spPr>
        <p:txBody>
          <a:bodyPr wrap="square" lIns="0" tIns="0" rIns="0" bIns="0" rtlCol="0" anchor="ctr"/>
          <a:lstStyle/>
          <a:p>
            <a:pPr indent="0" marL="0">
              <a:buNone/>
            </a:pPr>
            <a:r>
              <a:rPr lang="en-US" sz="1100" b="1" dirty="0">
                <a:solidFill>
                  <a:srgbClr val="F0D080"/>
                </a:solidFill>
                <a:latin typeface="Consolas" pitchFamily="34" charset="0"/>
                <a:ea typeface="Consolas" pitchFamily="34" charset="-122"/>
                <a:cs typeface="Consolas" pitchFamily="34" charset="-120"/>
              </a:rPr>
              <a:t>Disziplin &amp; Respekt</a:t>
            </a:r>
            <a:endParaRPr lang="en-US" sz="1100" dirty="0"/>
          </a:p>
        </p:txBody>
      </p:sp>
      <p:sp>
        <p:nvSpPr>
          <p:cNvPr id="34" name="Text 32"/>
          <p:cNvSpPr/>
          <p:nvPr/>
        </p:nvSpPr>
        <p:spPr>
          <a:xfrm>
            <a:off x="3310128" y="2450592"/>
            <a:ext cx="2450592" cy="822960"/>
          </a:xfrm>
          <a:prstGeom prst="rect">
            <a:avLst/>
          </a:prstGeom>
          <a:noFill/>
          <a:ln/>
        </p:spPr>
        <p:txBody>
          <a:bodyPr wrap="square" lIns="0" tIns="0" rIns="0" bIns="0" rtlCol="0" anchor="ctr"/>
          <a:lstStyle/>
          <a:p>
            <a:pPr indent="0" marL="0">
              <a:buNone/>
            </a:pPr>
            <a:r>
              <a:rPr lang="en-US" sz="1050" dirty="0">
                <a:solidFill>
                  <a:srgbClr val="CFC9BC"/>
                </a:solidFill>
                <a:latin typeface="Calibri" pitchFamily="34" charset="0"/>
                <a:ea typeface="Calibri" pitchFamily="34" charset="-122"/>
                <a:cs typeface="Calibri" pitchFamily="34" charset="-120"/>
              </a:rPr>
              <a:t>Klare Regeln und konsequente Konsequenzen für professionelles Auftreten.</a:t>
            </a:r>
            <a:endParaRPr lang="en-US" sz="1050" dirty="0"/>
          </a:p>
        </p:txBody>
      </p:sp>
      <p:sp>
        <p:nvSpPr>
          <p:cNvPr id="35" name="Shape 33"/>
          <p:cNvSpPr/>
          <p:nvPr/>
        </p:nvSpPr>
        <p:spPr>
          <a:xfrm>
            <a:off x="5943600" y="2121408"/>
            <a:ext cx="2651760" cy="1261872"/>
          </a:xfrm>
          <a:prstGeom prst="rect">
            <a:avLst/>
          </a:prstGeom>
          <a:solidFill>
            <a:srgbClr val="13131E"/>
          </a:solidFill>
          <a:ln w="12700">
            <a:solidFill>
              <a:srgbClr val="2A2415"/>
            </a:solidFill>
            <a:prstDash val="solid"/>
          </a:ln>
        </p:spPr>
      </p:sp>
      <p:sp>
        <p:nvSpPr>
          <p:cNvPr id="36" name="Shape 34"/>
          <p:cNvSpPr/>
          <p:nvPr/>
        </p:nvSpPr>
        <p:spPr>
          <a:xfrm>
            <a:off x="5943600" y="2121408"/>
            <a:ext cx="45720" cy="1261872"/>
          </a:xfrm>
          <a:prstGeom prst="rect">
            <a:avLst/>
          </a:prstGeom>
          <a:solidFill>
            <a:srgbClr val="C9A84C"/>
          </a:solidFill>
          <a:ln w="12700">
            <a:solidFill>
              <a:srgbClr val="C9A84C"/>
            </a:solidFill>
            <a:prstDash val="solid"/>
          </a:ln>
        </p:spPr>
      </p:sp>
      <p:sp>
        <p:nvSpPr>
          <p:cNvPr id="37" name="Shape 35"/>
          <p:cNvSpPr/>
          <p:nvPr/>
        </p:nvSpPr>
        <p:spPr>
          <a:xfrm>
            <a:off x="5989320" y="2121408"/>
            <a:ext cx="347472" cy="274320"/>
          </a:xfrm>
          <a:prstGeom prst="rect">
            <a:avLst/>
          </a:prstGeom>
          <a:solidFill>
            <a:srgbClr val="C9A84C"/>
          </a:solidFill>
          <a:ln w="12700">
            <a:solidFill>
              <a:srgbClr val="C9A84C"/>
            </a:solidFill>
            <a:prstDash val="solid"/>
          </a:ln>
        </p:spPr>
      </p:sp>
      <p:sp>
        <p:nvSpPr>
          <p:cNvPr id="38" name="Text 36"/>
          <p:cNvSpPr/>
          <p:nvPr/>
        </p:nvSpPr>
        <p:spPr>
          <a:xfrm>
            <a:off x="5989320" y="2121408"/>
            <a:ext cx="347472" cy="274320"/>
          </a:xfrm>
          <a:prstGeom prst="rect">
            <a:avLst/>
          </a:prstGeom>
          <a:noFill/>
          <a:ln/>
        </p:spPr>
        <p:txBody>
          <a:bodyPr wrap="square" lIns="0" tIns="0" rIns="0" bIns="0" rtlCol="0" anchor="ctr"/>
          <a:lstStyle/>
          <a:p>
            <a:pPr algn="ctr" indent="0" marL="0">
              <a:buNone/>
            </a:pPr>
            <a:r>
              <a:rPr lang="en-US" sz="1000" b="1" dirty="0">
                <a:solidFill>
                  <a:srgbClr val="06060A"/>
                </a:solidFill>
                <a:latin typeface="Consolas" pitchFamily="34" charset="0"/>
                <a:ea typeface="Consolas" pitchFamily="34" charset="-122"/>
                <a:cs typeface="Consolas" pitchFamily="34" charset="-120"/>
              </a:rPr>
              <a:t>06</a:t>
            </a:r>
            <a:endParaRPr lang="en-US" sz="1000" dirty="0"/>
          </a:p>
        </p:txBody>
      </p:sp>
      <p:sp>
        <p:nvSpPr>
          <p:cNvPr id="39" name="Text 37"/>
          <p:cNvSpPr/>
          <p:nvPr/>
        </p:nvSpPr>
        <p:spPr>
          <a:xfrm>
            <a:off x="6400800" y="2157984"/>
            <a:ext cx="2103120" cy="237744"/>
          </a:xfrm>
          <a:prstGeom prst="rect">
            <a:avLst/>
          </a:prstGeom>
          <a:noFill/>
          <a:ln/>
        </p:spPr>
        <p:txBody>
          <a:bodyPr wrap="square" lIns="0" tIns="0" rIns="0" bIns="0" rtlCol="0" anchor="ctr"/>
          <a:lstStyle/>
          <a:p>
            <a:pPr indent="0" marL="0">
              <a:buNone/>
            </a:pPr>
            <a:r>
              <a:rPr lang="en-US" sz="1100" b="1" dirty="0">
                <a:solidFill>
                  <a:srgbClr val="F0D080"/>
                </a:solidFill>
                <a:latin typeface="Consolas" pitchFamily="34" charset="0"/>
                <a:ea typeface="Consolas" pitchFamily="34" charset="-122"/>
                <a:cs typeface="Consolas" pitchFamily="34" charset="-120"/>
              </a:rPr>
              <a:t>Realistisches Militär-RP</a:t>
            </a:r>
            <a:endParaRPr lang="en-US" sz="1100" dirty="0"/>
          </a:p>
        </p:txBody>
      </p:sp>
      <p:sp>
        <p:nvSpPr>
          <p:cNvPr id="40" name="Text 38"/>
          <p:cNvSpPr/>
          <p:nvPr/>
        </p:nvSpPr>
        <p:spPr>
          <a:xfrm>
            <a:off x="6053328" y="2450592"/>
            <a:ext cx="2450592" cy="822960"/>
          </a:xfrm>
          <a:prstGeom prst="rect">
            <a:avLst/>
          </a:prstGeom>
          <a:noFill/>
          <a:ln/>
        </p:spPr>
        <p:txBody>
          <a:bodyPr wrap="square" lIns="0" tIns="0" rIns="0" bIns="0" rtlCol="0" anchor="ctr"/>
          <a:lstStyle/>
          <a:p>
            <a:pPr indent="0" marL="0">
              <a:buNone/>
            </a:pPr>
            <a:r>
              <a:rPr lang="en-US" sz="1050" dirty="0">
                <a:solidFill>
                  <a:srgbClr val="CFC9BC"/>
                </a:solidFill>
                <a:latin typeface="Calibri" pitchFamily="34" charset="0"/>
                <a:ea typeface="Calibri" pitchFamily="34" charset="-122"/>
                <a:cs typeface="Calibri" pitchFamily="34" charset="-120"/>
              </a:rPr>
              <a:t>Authentisches Verhalten, Befehlsstrukturen und taktische Einsatzplanung.</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60A"/>
        </a:solidFill>
      </p:bgPr>
    </p:bg>
    <p:spTree>
      <p:nvGrpSpPr>
        <p:cNvPr id="1" name=""/>
        <p:cNvGrpSpPr/>
        <p:nvPr/>
      </p:nvGrpSpPr>
      <p:grpSpPr>
        <a:xfrm>
          <a:off x="0" y="0"/>
          <a:ext cx="0" cy="0"/>
          <a:chOff x="0" y="0"/>
          <a:chExt cx="0" cy="0"/>
        </a:xfrm>
      </p:grpSpPr>
      <p:sp>
        <p:nvSpPr>
          <p:cNvPr id="2" name="Shape 0"/>
          <p:cNvSpPr/>
          <p:nvPr/>
        </p:nvSpPr>
        <p:spPr>
          <a:xfrm>
            <a:off x="457200" y="320040"/>
            <a:ext cx="8229600" cy="9144"/>
          </a:xfrm>
          <a:prstGeom prst="rect">
            <a:avLst/>
          </a:prstGeom>
          <a:solidFill>
            <a:srgbClr val="C9A84C"/>
          </a:solidFill>
          <a:ln w="12700">
            <a:solidFill>
              <a:srgbClr val="C9A84C"/>
            </a:solidFill>
            <a:prstDash val="solid"/>
          </a:ln>
        </p:spPr>
      </p:sp>
      <p:sp>
        <p:nvSpPr>
          <p:cNvPr id="3" name="Text 1"/>
          <p:cNvSpPr/>
          <p:nvPr/>
        </p:nvSpPr>
        <p:spPr>
          <a:xfrm>
            <a:off x="457200" y="73152"/>
            <a:ext cx="8229600" cy="256032"/>
          </a:xfrm>
          <a:prstGeom prst="rect">
            <a:avLst/>
          </a:prstGeom>
          <a:noFill/>
          <a:ln/>
        </p:spPr>
        <p:txBody>
          <a:bodyPr wrap="square" lIns="0" tIns="0" rIns="0" bIns="0" rtlCol="0" anchor="ctr"/>
          <a:lstStyle/>
          <a:p>
            <a:pPr indent="0" marL="0">
              <a:buNone/>
            </a:pPr>
            <a:r>
              <a:rPr lang="en-US" sz="1000" b="1" spc="300" kern="0" dirty="0">
                <a:solidFill>
                  <a:srgbClr val="C9A84C"/>
                </a:solidFill>
                <a:latin typeface="Consolas" pitchFamily="34" charset="0"/>
                <a:ea typeface="Consolas" pitchFamily="34" charset="-122"/>
                <a:cs typeface="Consolas" pitchFamily="34" charset="-120"/>
              </a:rPr>
              <a:t>06  ERFAHRUNGEN</a:t>
            </a:r>
            <a:endParaRPr lang="en-US" sz="1000" dirty="0"/>
          </a:p>
        </p:txBody>
      </p:sp>
      <p:sp>
        <p:nvSpPr>
          <p:cNvPr id="4" name="Shape 2"/>
          <p:cNvSpPr/>
          <p:nvPr/>
        </p:nvSpPr>
        <p:spPr>
          <a:xfrm>
            <a:off x="457200" y="411480"/>
            <a:ext cx="54864" cy="237744"/>
          </a:xfrm>
          <a:prstGeom prst="rect">
            <a:avLst/>
          </a:prstGeom>
          <a:solidFill>
            <a:srgbClr val="C9A84C"/>
          </a:solidFill>
          <a:ln w="12700">
            <a:solidFill>
              <a:srgbClr val="C9A84C"/>
            </a:solidFill>
            <a:prstDash val="solid"/>
          </a:ln>
        </p:spPr>
      </p:sp>
      <p:sp>
        <p:nvSpPr>
          <p:cNvPr id="5" name="Text 3"/>
          <p:cNvSpPr/>
          <p:nvPr/>
        </p:nvSpPr>
        <p:spPr>
          <a:xfrm>
            <a:off x="594360" y="411480"/>
            <a:ext cx="1828800" cy="237744"/>
          </a:xfrm>
          <a:prstGeom prst="rect">
            <a:avLst/>
          </a:prstGeom>
          <a:noFill/>
          <a:ln/>
        </p:spPr>
        <p:txBody>
          <a:bodyPr wrap="square" lIns="0" tIns="0" rIns="0" bIns="0" rtlCol="0" anchor="ctr"/>
          <a:lstStyle/>
          <a:p>
            <a:pPr indent="0" marL="0">
              <a:buNone/>
            </a:pPr>
            <a:r>
              <a:rPr lang="en-US" sz="900" spc="300" kern="0" dirty="0">
                <a:solidFill>
                  <a:srgbClr val="5A5445"/>
                </a:solidFill>
                <a:latin typeface="Consolas" pitchFamily="34" charset="0"/>
                <a:ea typeface="Consolas" pitchFamily="34" charset="-122"/>
                <a:cs typeface="Consolas" pitchFamily="34" charset="-120"/>
              </a:rPr>
              <a:t>CRIME</a:t>
            </a:r>
            <a:endParaRPr lang="en-US" sz="900" dirty="0"/>
          </a:p>
        </p:txBody>
      </p:sp>
      <p:sp>
        <p:nvSpPr>
          <p:cNvPr id="6" name="Shape 4"/>
          <p:cNvSpPr/>
          <p:nvPr/>
        </p:nvSpPr>
        <p:spPr>
          <a:xfrm>
            <a:off x="457200" y="658368"/>
            <a:ext cx="8229600" cy="9144"/>
          </a:xfrm>
          <a:prstGeom prst="rect">
            <a:avLst/>
          </a:prstGeom>
          <a:solidFill>
            <a:srgbClr val="C9A84C"/>
          </a:solidFill>
          <a:ln w="12700">
            <a:solidFill>
              <a:srgbClr val="C9A84C"/>
            </a:solidFill>
            <a:prstDash val="solid"/>
          </a:ln>
        </p:spPr>
      </p:sp>
      <p:sp>
        <p:nvSpPr>
          <p:cNvPr id="7" name="Shape 5"/>
          <p:cNvSpPr/>
          <p:nvPr/>
        </p:nvSpPr>
        <p:spPr>
          <a:xfrm>
            <a:off x="457200" y="731520"/>
            <a:ext cx="1627632" cy="1280160"/>
          </a:xfrm>
          <a:prstGeom prst="rect">
            <a:avLst/>
          </a:prstGeom>
          <a:solidFill>
            <a:srgbClr val="13131E"/>
          </a:solidFill>
          <a:ln w="12700">
            <a:solidFill>
              <a:srgbClr val="2A2415"/>
            </a:solidFill>
            <a:prstDash val="solid"/>
          </a:ln>
        </p:spPr>
      </p:sp>
      <p:sp>
        <p:nvSpPr>
          <p:cNvPr id="8" name="Shape 6"/>
          <p:cNvSpPr/>
          <p:nvPr/>
        </p:nvSpPr>
        <p:spPr>
          <a:xfrm>
            <a:off x="457200" y="731520"/>
            <a:ext cx="45720" cy="1280160"/>
          </a:xfrm>
          <a:prstGeom prst="rect">
            <a:avLst/>
          </a:prstGeom>
          <a:solidFill>
            <a:srgbClr val="C9A84C"/>
          </a:solidFill>
          <a:ln w="12700">
            <a:solidFill>
              <a:srgbClr val="C9A84C"/>
            </a:solidFill>
            <a:prstDash val="solid"/>
          </a:ln>
        </p:spPr>
      </p:sp>
      <p:sp>
        <p:nvSpPr>
          <p:cNvPr id="9" name="Text 7"/>
          <p:cNvSpPr/>
          <p:nvPr/>
        </p:nvSpPr>
        <p:spPr>
          <a:xfrm>
            <a:off x="566928" y="786384"/>
            <a:ext cx="1444752" cy="274320"/>
          </a:xfrm>
          <a:prstGeom prst="rect">
            <a:avLst/>
          </a:prstGeom>
          <a:noFill/>
          <a:ln/>
        </p:spPr>
        <p:txBody>
          <a:bodyPr wrap="square" lIns="0" tIns="0" rIns="0" bIns="0" rtlCol="0" anchor="ctr"/>
          <a:lstStyle/>
          <a:p>
            <a:pPr indent="0" marL="0">
              <a:buNone/>
            </a:pPr>
            <a:r>
              <a:rPr lang="en-US" sz="1200" b="1" spc="200" kern="0" dirty="0">
                <a:solidFill>
                  <a:srgbClr val="C9A84C"/>
                </a:solidFill>
                <a:latin typeface="Consolas" pitchFamily="34" charset="0"/>
                <a:ea typeface="Consolas" pitchFamily="34" charset="-122"/>
                <a:cs typeface="Consolas" pitchFamily="34" charset="-120"/>
              </a:rPr>
              <a:t>VAGOS</a:t>
            </a:r>
            <a:endParaRPr lang="en-US" sz="1200" dirty="0"/>
          </a:p>
        </p:txBody>
      </p:sp>
      <p:sp>
        <p:nvSpPr>
          <p:cNvPr id="10" name="Text 8"/>
          <p:cNvSpPr/>
          <p:nvPr/>
        </p:nvSpPr>
        <p:spPr>
          <a:xfrm>
            <a:off x="566928" y="1078992"/>
            <a:ext cx="1444752" cy="320040"/>
          </a:xfrm>
          <a:prstGeom prst="rect">
            <a:avLst/>
          </a:prstGeom>
          <a:noFill/>
          <a:ln/>
        </p:spPr>
        <p:txBody>
          <a:bodyPr wrap="square" lIns="0" tIns="0" rIns="0" bIns="0" rtlCol="0" anchor="ctr"/>
          <a:lstStyle/>
          <a:p>
            <a:pPr indent="0" marL="0">
              <a:buNone/>
            </a:pPr>
            <a:r>
              <a:rPr lang="en-US" sz="1400" b="1" dirty="0">
                <a:solidFill>
                  <a:srgbClr val="F0D080"/>
                </a:solidFill>
                <a:latin typeface="Consolas" pitchFamily="34" charset="0"/>
                <a:ea typeface="Consolas" pitchFamily="34" charset="-122"/>
                <a:cs typeface="Consolas" pitchFamily="34" charset="-120"/>
              </a:rPr>
              <a:t>Vize (×2)</a:t>
            </a:r>
            <a:endParaRPr lang="en-US" sz="1400" dirty="0"/>
          </a:p>
        </p:txBody>
      </p:sp>
      <p:sp>
        <p:nvSpPr>
          <p:cNvPr id="11" name="Text 9"/>
          <p:cNvSpPr/>
          <p:nvPr/>
        </p:nvSpPr>
        <p:spPr>
          <a:xfrm>
            <a:off x="566928" y="1417320"/>
            <a:ext cx="1444752" cy="502920"/>
          </a:xfrm>
          <a:prstGeom prst="rect">
            <a:avLst/>
          </a:prstGeom>
          <a:noFill/>
          <a:ln/>
        </p:spPr>
        <p:txBody>
          <a:bodyPr wrap="square" lIns="0" tIns="0" rIns="0" bIns="0" rtlCol="0" anchor="ctr"/>
          <a:lstStyle/>
          <a:p>
            <a:pPr indent="0" marL="0">
              <a:buNone/>
            </a:pPr>
            <a:r>
              <a:rPr lang="en-US" sz="1000" dirty="0">
                <a:solidFill>
                  <a:srgbClr val="5A5445"/>
                </a:solidFill>
                <a:latin typeface="Consolas" pitchFamily="34" charset="0"/>
                <a:ea typeface="Consolas" pitchFamily="34" charset="-122"/>
                <a:cs typeface="Consolas" pitchFamily="34" charset="-120"/>
              </a:rPr>
              <a:t>Vizeleader + Turf</a:t>
            </a:r>
            <a:endParaRPr lang="en-US" sz="1000" dirty="0"/>
          </a:p>
        </p:txBody>
      </p:sp>
      <p:sp>
        <p:nvSpPr>
          <p:cNvPr id="12" name="Shape 10"/>
          <p:cNvSpPr/>
          <p:nvPr/>
        </p:nvSpPr>
        <p:spPr>
          <a:xfrm>
            <a:off x="2157984" y="731520"/>
            <a:ext cx="1627632" cy="1280160"/>
          </a:xfrm>
          <a:prstGeom prst="rect">
            <a:avLst/>
          </a:prstGeom>
          <a:solidFill>
            <a:srgbClr val="13131E"/>
          </a:solidFill>
          <a:ln w="12700">
            <a:solidFill>
              <a:srgbClr val="2A2415"/>
            </a:solidFill>
            <a:prstDash val="solid"/>
          </a:ln>
        </p:spPr>
      </p:sp>
      <p:sp>
        <p:nvSpPr>
          <p:cNvPr id="13" name="Shape 11"/>
          <p:cNvSpPr/>
          <p:nvPr/>
        </p:nvSpPr>
        <p:spPr>
          <a:xfrm>
            <a:off x="2157984" y="731520"/>
            <a:ext cx="45720" cy="1280160"/>
          </a:xfrm>
          <a:prstGeom prst="rect">
            <a:avLst/>
          </a:prstGeom>
          <a:solidFill>
            <a:srgbClr val="C9A84C"/>
          </a:solidFill>
          <a:ln w="12700">
            <a:solidFill>
              <a:srgbClr val="C9A84C"/>
            </a:solidFill>
            <a:prstDash val="solid"/>
          </a:ln>
        </p:spPr>
      </p:sp>
      <p:sp>
        <p:nvSpPr>
          <p:cNvPr id="14" name="Text 12"/>
          <p:cNvSpPr/>
          <p:nvPr/>
        </p:nvSpPr>
        <p:spPr>
          <a:xfrm>
            <a:off x="2267712" y="786384"/>
            <a:ext cx="1444752" cy="274320"/>
          </a:xfrm>
          <a:prstGeom prst="rect">
            <a:avLst/>
          </a:prstGeom>
          <a:noFill/>
          <a:ln/>
        </p:spPr>
        <p:txBody>
          <a:bodyPr wrap="square" lIns="0" tIns="0" rIns="0" bIns="0" rtlCol="0" anchor="ctr"/>
          <a:lstStyle/>
          <a:p>
            <a:pPr indent="0" marL="0">
              <a:buNone/>
            </a:pPr>
            <a:r>
              <a:rPr lang="en-US" sz="1200" b="1" spc="200" kern="0" dirty="0">
                <a:solidFill>
                  <a:srgbClr val="C9A84C"/>
                </a:solidFill>
                <a:latin typeface="Consolas" pitchFamily="34" charset="0"/>
                <a:ea typeface="Consolas" pitchFamily="34" charset="-122"/>
                <a:cs typeface="Consolas" pitchFamily="34" charset="-120"/>
              </a:rPr>
              <a:t>BLOODS</a:t>
            </a:r>
            <a:endParaRPr lang="en-US" sz="1200" dirty="0"/>
          </a:p>
        </p:txBody>
      </p:sp>
      <p:sp>
        <p:nvSpPr>
          <p:cNvPr id="15" name="Text 13"/>
          <p:cNvSpPr/>
          <p:nvPr/>
        </p:nvSpPr>
        <p:spPr>
          <a:xfrm>
            <a:off x="2267712" y="1078992"/>
            <a:ext cx="1444752" cy="320040"/>
          </a:xfrm>
          <a:prstGeom prst="rect">
            <a:avLst/>
          </a:prstGeom>
          <a:noFill/>
          <a:ln/>
        </p:spPr>
        <p:txBody>
          <a:bodyPr wrap="square" lIns="0" tIns="0" rIns="0" bIns="0" rtlCol="0" anchor="ctr"/>
          <a:lstStyle/>
          <a:p>
            <a:pPr indent="0" marL="0">
              <a:buNone/>
            </a:pPr>
            <a:r>
              <a:rPr lang="en-US" sz="1400" b="1" dirty="0">
                <a:solidFill>
                  <a:srgbClr val="F0D080"/>
                </a:solidFill>
                <a:latin typeface="Consolas" pitchFamily="34" charset="0"/>
                <a:ea typeface="Consolas" pitchFamily="34" charset="-122"/>
                <a:cs typeface="Consolas" pitchFamily="34" charset="-120"/>
              </a:rPr>
              <a:t>Rang 10</a:t>
            </a:r>
            <a:endParaRPr lang="en-US" sz="1400" dirty="0"/>
          </a:p>
        </p:txBody>
      </p:sp>
      <p:sp>
        <p:nvSpPr>
          <p:cNvPr id="16" name="Text 14"/>
          <p:cNvSpPr/>
          <p:nvPr/>
        </p:nvSpPr>
        <p:spPr>
          <a:xfrm>
            <a:off x="2267712" y="1417320"/>
            <a:ext cx="1444752" cy="502920"/>
          </a:xfrm>
          <a:prstGeom prst="rect">
            <a:avLst/>
          </a:prstGeom>
          <a:noFill/>
          <a:ln/>
        </p:spPr>
        <p:txBody>
          <a:bodyPr wrap="square" lIns="0" tIns="0" rIns="0" bIns="0" rtlCol="0" anchor="ctr"/>
          <a:lstStyle/>
          <a:p>
            <a:pPr indent="0" marL="0">
              <a:buNone/>
            </a:pPr>
            <a:r>
              <a:rPr lang="en-US" sz="1000" dirty="0">
                <a:solidFill>
                  <a:srgbClr val="5A5445"/>
                </a:solidFill>
                <a:latin typeface="Consolas" pitchFamily="34" charset="0"/>
                <a:ea typeface="Consolas" pitchFamily="34" charset="-122"/>
                <a:cs typeface="Consolas" pitchFamily="34" charset="-120"/>
              </a:rPr>
              <a:t>Höchster Rang</a:t>
            </a:r>
            <a:endParaRPr lang="en-US" sz="1000" dirty="0"/>
          </a:p>
        </p:txBody>
      </p:sp>
      <p:sp>
        <p:nvSpPr>
          <p:cNvPr id="17" name="Shape 15"/>
          <p:cNvSpPr/>
          <p:nvPr/>
        </p:nvSpPr>
        <p:spPr>
          <a:xfrm>
            <a:off x="3858768" y="731520"/>
            <a:ext cx="1627632" cy="1280160"/>
          </a:xfrm>
          <a:prstGeom prst="rect">
            <a:avLst/>
          </a:prstGeom>
          <a:solidFill>
            <a:srgbClr val="13131E"/>
          </a:solidFill>
          <a:ln w="12700">
            <a:solidFill>
              <a:srgbClr val="2A2415"/>
            </a:solidFill>
            <a:prstDash val="solid"/>
          </a:ln>
        </p:spPr>
      </p:sp>
      <p:sp>
        <p:nvSpPr>
          <p:cNvPr id="18" name="Shape 16"/>
          <p:cNvSpPr/>
          <p:nvPr/>
        </p:nvSpPr>
        <p:spPr>
          <a:xfrm>
            <a:off x="3858768" y="731520"/>
            <a:ext cx="45720" cy="1280160"/>
          </a:xfrm>
          <a:prstGeom prst="rect">
            <a:avLst/>
          </a:prstGeom>
          <a:solidFill>
            <a:srgbClr val="C9A84C"/>
          </a:solidFill>
          <a:ln w="12700">
            <a:solidFill>
              <a:srgbClr val="C9A84C"/>
            </a:solidFill>
            <a:prstDash val="solid"/>
          </a:ln>
        </p:spPr>
      </p:sp>
      <p:sp>
        <p:nvSpPr>
          <p:cNvPr id="19" name="Text 17"/>
          <p:cNvSpPr/>
          <p:nvPr/>
        </p:nvSpPr>
        <p:spPr>
          <a:xfrm>
            <a:off x="3968496" y="786384"/>
            <a:ext cx="1444752" cy="274320"/>
          </a:xfrm>
          <a:prstGeom prst="rect">
            <a:avLst/>
          </a:prstGeom>
          <a:noFill/>
          <a:ln/>
        </p:spPr>
        <p:txBody>
          <a:bodyPr wrap="square" lIns="0" tIns="0" rIns="0" bIns="0" rtlCol="0" anchor="ctr"/>
          <a:lstStyle/>
          <a:p>
            <a:pPr indent="0" marL="0">
              <a:buNone/>
            </a:pPr>
            <a:r>
              <a:rPr lang="en-US" sz="1200" b="1" spc="200" kern="0" dirty="0">
                <a:solidFill>
                  <a:srgbClr val="C9A84C"/>
                </a:solidFill>
                <a:latin typeface="Consolas" pitchFamily="34" charset="0"/>
                <a:ea typeface="Consolas" pitchFamily="34" charset="-122"/>
                <a:cs typeface="Consolas" pitchFamily="34" charset="-120"/>
              </a:rPr>
              <a:t>MARA</a:t>
            </a:r>
            <a:endParaRPr lang="en-US" sz="1200" dirty="0"/>
          </a:p>
        </p:txBody>
      </p:sp>
      <p:sp>
        <p:nvSpPr>
          <p:cNvPr id="20" name="Text 18"/>
          <p:cNvSpPr/>
          <p:nvPr/>
        </p:nvSpPr>
        <p:spPr>
          <a:xfrm>
            <a:off x="3968496" y="1078992"/>
            <a:ext cx="1444752" cy="320040"/>
          </a:xfrm>
          <a:prstGeom prst="rect">
            <a:avLst/>
          </a:prstGeom>
          <a:noFill/>
          <a:ln/>
        </p:spPr>
        <p:txBody>
          <a:bodyPr wrap="square" lIns="0" tIns="0" rIns="0" bIns="0" rtlCol="0" anchor="ctr"/>
          <a:lstStyle/>
          <a:p>
            <a:pPr indent="0" marL="0">
              <a:buNone/>
            </a:pPr>
            <a:r>
              <a:rPr lang="en-US" sz="1400" b="1" dirty="0">
                <a:solidFill>
                  <a:srgbClr val="F0D080"/>
                </a:solidFill>
                <a:latin typeface="Consolas" pitchFamily="34" charset="0"/>
                <a:ea typeface="Consolas" pitchFamily="34" charset="-122"/>
                <a:cs typeface="Consolas" pitchFamily="34" charset="-120"/>
              </a:rPr>
              <a:t>Rang 10</a:t>
            </a:r>
            <a:endParaRPr lang="en-US" sz="1400" dirty="0"/>
          </a:p>
        </p:txBody>
      </p:sp>
      <p:sp>
        <p:nvSpPr>
          <p:cNvPr id="21" name="Text 19"/>
          <p:cNvSpPr/>
          <p:nvPr/>
        </p:nvSpPr>
        <p:spPr>
          <a:xfrm>
            <a:off x="3968496" y="1417320"/>
            <a:ext cx="1444752" cy="502920"/>
          </a:xfrm>
          <a:prstGeom prst="rect">
            <a:avLst/>
          </a:prstGeom>
          <a:noFill/>
          <a:ln/>
        </p:spPr>
        <p:txBody>
          <a:bodyPr wrap="square" lIns="0" tIns="0" rIns="0" bIns="0" rtlCol="0" anchor="ctr"/>
          <a:lstStyle/>
          <a:p>
            <a:pPr indent="0" marL="0">
              <a:buNone/>
            </a:pPr>
            <a:r>
              <a:rPr lang="en-US" sz="1000" dirty="0">
                <a:solidFill>
                  <a:srgbClr val="5A5445"/>
                </a:solidFill>
                <a:latin typeface="Consolas" pitchFamily="34" charset="0"/>
                <a:ea typeface="Consolas" pitchFamily="34" charset="-122"/>
                <a:cs typeface="Consolas" pitchFamily="34" charset="-120"/>
              </a:rPr>
              <a:t>Höchster Rang</a:t>
            </a:r>
            <a:endParaRPr lang="en-US" sz="1000" dirty="0"/>
          </a:p>
        </p:txBody>
      </p:sp>
      <p:sp>
        <p:nvSpPr>
          <p:cNvPr id="22" name="Shape 20"/>
          <p:cNvSpPr/>
          <p:nvPr/>
        </p:nvSpPr>
        <p:spPr>
          <a:xfrm>
            <a:off x="5559552" y="731520"/>
            <a:ext cx="1627632" cy="1280160"/>
          </a:xfrm>
          <a:prstGeom prst="rect">
            <a:avLst/>
          </a:prstGeom>
          <a:solidFill>
            <a:srgbClr val="13131E"/>
          </a:solidFill>
          <a:ln w="12700">
            <a:solidFill>
              <a:srgbClr val="2A2415"/>
            </a:solidFill>
            <a:prstDash val="solid"/>
          </a:ln>
        </p:spPr>
      </p:sp>
      <p:sp>
        <p:nvSpPr>
          <p:cNvPr id="23" name="Shape 21"/>
          <p:cNvSpPr/>
          <p:nvPr/>
        </p:nvSpPr>
        <p:spPr>
          <a:xfrm>
            <a:off x="5559552" y="731520"/>
            <a:ext cx="45720" cy="1280160"/>
          </a:xfrm>
          <a:prstGeom prst="rect">
            <a:avLst/>
          </a:prstGeom>
          <a:solidFill>
            <a:srgbClr val="C9A84C"/>
          </a:solidFill>
          <a:ln w="12700">
            <a:solidFill>
              <a:srgbClr val="C9A84C"/>
            </a:solidFill>
            <a:prstDash val="solid"/>
          </a:ln>
        </p:spPr>
      </p:sp>
      <p:sp>
        <p:nvSpPr>
          <p:cNvPr id="24" name="Text 22"/>
          <p:cNvSpPr/>
          <p:nvPr/>
        </p:nvSpPr>
        <p:spPr>
          <a:xfrm>
            <a:off x="5669280" y="786384"/>
            <a:ext cx="1444752" cy="274320"/>
          </a:xfrm>
          <a:prstGeom prst="rect">
            <a:avLst/>
          </a:prstGeom>
          <a:noFill/>
          <a:ln/>
        </p:spPr>
        <p:txBody>
          <a:bodyPr wrap="square" lIns="0" tIns="0" rIns="0" bIns="0" rtlCol="0" anchor="ctr"/>
          <a:lstStyle/>
          <a:p>
            <a:pPr indent="0" marL="0">
              <a:buNone/>
            </a:pPr>
            <a:r>
              <a:rPr lang="en-US" sz="1200" b="1" spc="200" kern="0" dirty="0">
                <a:solidFill>
                  <a:srgbClr val="C9A84C"/>
                </a:solidFill>
                <a:latin typeface="Consolas" pitchFamily="34" charset="0"/>
                <a:ea typeface="Consolas" pitchFamily="34" charset="-122"/>
                <a:cs typeface="Consolas" pitchFamily="34" charset="-120"/>
              </a:rPr>
              <a:t>GROVE</a:t>
            </a:r>
            <a:endParaRPr lang="en-US" sz="1200" dirty="0"/>
          </a:p>
        </p:txBody>
      </p:sp>
      <p:sp>
        <p:nvSpPr>
          <p:cNvPr id="25" name="Text 23"/>
          <p:cNvSpPr/>
          <p:nvPr/>
        </p:nvSpPr>
        <p:spPr>
          <a:xfrm>
            <a:off x="5669280" y="1078992"/>
            <a:ext cx="1444752" cy="320040"/>
          </a:xfrm>
          <a:prstGeom prst="rect">
            <a:avLst/>
          </a:prstGeom>
          <a:noFill/>
          <a:ln/>
        </p:spPr>
        <p:txBody>
          <a:bodyPr wrap="square" lIns="0" tIns="0" rIns="0" bIns="0" rtlCol="0" anchor="ctr"/>
          <a:lstStyle/>
          <a:p>
            <a:pPr indent="0" marL="0">
              <a:buNone/>
            </a:pPr>
            <a:r>
              <a:rPr lang="en-US" sz="1400" b="1" dirty="0">
                <a:solidFill>
                  <a:srgbClr val="F0D080"/>
                </a:solidFill>
                <a:latin typeface="Consolas" pitchFamily="34" charset="0"/>
                <a:ea typeface="Consolas" pitchFamily="34" charset="-122"/>
                <a:cs typeface="Consolas" pitchFamily="34" charset="-120"/>
              </a:rPr>
              <a:t>Rang 10</a:t>
            </a:r>
            <a:endParaRPr lang="en-US" sz="1400" dirty="0"/>
          </a:p>
        </p:txBody>
      </p:sp>
      <p:sp>
        <p:nvSpPr>
          <p:cNvPr id="26" name="Text 24"/>
          <p:cNvSpPr/>
          <p:nvPr/>
        </p:nvSpPr>
        <p:spPr>
          <a:xfrm>
            <a:off x="5669280" y="1417320"/>
            <a:ext cx="1444752" cy="502920"/>
          </a:xfrm>
          <a:prstGeom prst="rect">
            <a:avLst/>
          </a:prstGeom>
          <a:noFill/>
          <a:ln/>
        </p:spPr>
        <p:txBody>
          <a:bodyPr wrap="square" lIns="0" tIns="0" rIns="0" bIns="0" rtlCol="0" anchor="ctr"/>
          <a:lstStyle/>
          <a:p>
            <a:pPr indent="0" marL="0">
              <a:buNone/>
            </a:pPr>
            <a:r>
              <a:rPr lang="en-US" sz="1000" dirty="0">
                <a:solidFill>
                  <a:srgbClr val="5A5445"/>
                </a:solidFill>
                <a:latin typeface="Consolas" pitchFamily="34" charset="0"/>
                <a:ea typeface="Consolas" pitchFamily="34" charset="-122"/>
                <a:cs typeface="Consolas" pitchFamily="34" charset="-120"/>
              </a:rPr>
              <a:t>Ausbildungsleitung</a:t>
            </a:r>
            <a:endParaRPr lang="en-US" sz="1000" dirty="0"/>
          </a:p>
        </p:txBody>
      </p:sp>
      <p:sp>
        <p:nvSpPr>
          <p:cNvPr id="27" name="Shape 25"/>
          <p:cNvSpPr/>
          <p:nvPr/>
        </p:nvSpPr>
        <p:spPr>
          <a:xfrm>
            <a:off x="7260336" y="731520"/>
            <a:ext cx="1627632" cy="1280160"/>
          </a:xfrm>
          <a:prstGeom prst="rect">
            <a:avLst/>
          </a:prstGeom>
          <a:solidFill>
            <a:srgbClr val="13131E"/>
          </a:solidFill>
          <a:ln w="12700">
            <a:solidFill>
              <a:srgbClr val="2A2415"/>
            </a:solidFill>
            <a:prstDash val="solid"/>
          </a:ln>
        </p:spPr>
      </p:sp>
      <p:sp>
        <p:nvSpPr>
          <p:cNvPr id="28" name="Shape 26"/>
          <p:cNvSpPr/>
          <p:nvPr/>
        </p:nvSpPr>
        <p:spPr>
          <a:xfrm>
            <a:off x="7260336" y="731520"/>
            <a:ext cx="45720" cy="1280160"/>
          </a:xfrm>
          <a:prstGeom prst="rect">
            <a:avLst/>
          </a:prstGeom>
          <a:solidFill>
            <a:srgbClr val="C9A84C"/>
          </a:solidFill>
          <a:ln w="12700">
            <a:solidFill>
              <a:srgbClr val="C9A84C"/>
            </a:solidFill>
            <a:prstDash val="solid"/>
          </a:ln>
        </p:spPr>
      </p:sp>
      <p:sp>
        <p:nvSpPr>
          <p:cNvPr id="29" name="Text 27"/>
          <p:cNvSpPr/>
          <p:nvPr/>
        </p:nvSpPr>
        <p:spPr>
          <a:xfrm>
            <a:off x="7370064" y="786384"/>
            <a:ext cx="1444752" cy="274320"/>
          </a:xfrm>
          <a:prstGeom prst="rect">
            <a:avLst/>
          </a:prstGeom>
          <a:noFill/>
          <a:ln/>
        </p:spPr>
        <p:txBody>
          <a:bodyPr wrap="square" lIns="0" tIns="0" rIns="0" bIns="0" rtlCol="0" anchor="ctr"/>
          <a:lstStyle/>
          <a:p>
            <a:pPr indent="0" marL="0">
              <a:buNone/>
            </a:pPr>
            <a:r>
              <a:rPr lang="en-US" sz="1200" b="1" spc="200" kern="0" dirty="0">
                <a:solidFill>
                  <a:srgbClr val="C9A84C"/>
                </a:solidFill>
                <a:latin typeface="Consolas" pitchFamily="34" charset="0"/>
                <a:ea typeface="Consolas" pitchFamily="34" charset="-122"/>
                <a:cs typeface="Consolas" pitchFamily="34" charset="-120"/>
              </a:rPr>
              <a:t>BALLAS</a:t>
            </a:r>
            <a:endParaRPr lang="en-US" sz="1200" dirty="0"/>
          </a:p>
        </p:txBody>
      </p:sp>
      <p:sp>
        <p:nvSpPr>
          <p:cNvPr id="30" name="Text 28"/>
          <p:cNvSpPr/>
          <p:nvPr/>
        </p:nvSpPr>
        <p:spPr>
          <a:xfrm>
            <a:off x="7370064" y="1078992"/>
            <a:ext cx="1444752" cy="320040"/>
          </a:xfrm>
          <a:prstGeom prst="rect">
            <a:avLst/>
          </a:prstGeom>
          <a:noFill/>
          <a:ln/>
        </p:spPr>
        <p:txBody>
          <a:bodyPr wrap="square" lIns="0" tIns="0" rIns="0" bIns="0" rtlCol="0" anchor="ctr"/>
          <a:lstStyle/>
          <a:p>
            <a:pPr indent="0" marL="0">
              <a:buNone/>
            </a:pPr>
            <a:r>
              <a:rPr lang="en-US" sz="1400" b="1" dirty="0">
                <a:solidFill>
                  <a:srgbClr val="F0D080"/>
                </a:solidFill>
                <a:latin typeface="Consolas" pitchFamily="34" charset="0"/>
                <a:ea typeface="Consolas" pitchFamily="34" charset="-122"/>
                <a:cs typeface="Consolas" pitchFamily="34" charset="-120"/>
              </a:rPr>
              <a:t>Rang 10</a:t>
            </a:r>
            <a:endParaRPr lang="en-US" sz="1400" dirty="0"/>
          </a:p>
        </p:txBody>
      </p:sp>
      <p:sp>
        <p:nvSpPr>
          <p:cNvPr id="31" name="Text 29"/>
          <p:cNvSpPr/>
          <p:nvPr/>
        </p:nvSpPr>
        <p:spPr>
          <a:xfrm>
            <a:off x="7370064" y="1417320"/>
            <a:ext cx="1444752" cy="502920"/>
          </a:xfrm>
          <a:prstGeom prst="rect">
            <a:avLst/>
          </a:prstGeom>
          <a:noFill/>
          <a:ln/>
        </p:spPr>
        <p:txBody>
          <a:bodyPr wrap="square" lIns="0" tIns="0" rIns="0" bIns="0" rtlCol="0" anchor="ctr"/>
          <a:lstStyle/>
          <a:p>
            <a:pPr indent="0" marL="0">
              <a:buNone/>
            </a:pPr>
            <a:r>
              <a:rPr lang="en-US" sz="1000" dirty="0">
                <a:solidFill>
                  <a:srgbClr val="5A5445"/>
                </a:solidFill>
                <a:latin typeface="Consolas" pitchFamily="34" charset="0"/>
                <a:ea typeface="Consolas" pitchFamily="34" charset="-122"/>
                <a:cs typeface="Consolas" pitchFamily="34" charset="-120"/>
              </a:rPr>
              <a:t>Höchster Rang</a:t>
            </a:r>
            <a:endParaRPr lang="en-US" sz="1000" dirty="0"/>
          </a:p>
        </p:txBody>
      </p:sp>
      <p:sp>
        <p:nvSpPr>
          <p:cNvPr id="32" name="Shape 30"/>
          <p:cNvSpPr/>
          <p:nvPr/>
        </p:nvSpPr>
        <p:spPr>
          <a:xfrm>
            <a:off x="457200" y="2121408"/>
            <a:ext cx="8229600" cy="9144"/>
          </a:xfrm>
          <a:prstGeom prst="rect">
            <a:avLst/>
          </a:prstGeom>
          <a:solidFill>
            <a:srgbClr val="C9A84C"/>
          </a:solidFill>
          <a:ln w="12700">
            <a:solidFill>
              <a:srgbClr val="C9A84C"/>
            </a:solidFill>
            <a:prstDash val="solid"/>
          </a:ln>
        </p:spPr>
      </p:sp>
      <p:sp>
        <p:nvSpPr>
          <p:cNvPr id="33" name="Shape 31"/>
          <p:cNvSpPr/>
          <p:nvPr/>
        </p:nvSpPr>
        <p:spPr>
          <a:xfrm>
            <a:off x="457200" y="2194560"/>
            <a:ext cx="54864" cy="237744"/>
          </a:xfrm>
          <a:prstGeom prst="rect">
            <a:avLst/>
          </a:prstGeom>
          <a:solidFill>
            <a:srgbClr val="4A7EC4"/>
          </a:solidFill>
          <a:ln w="12700">
            <a:solidFill>
              <a:srgbClr val="4A7EC4"/>
            </a:solidFill>
            <a:prstDash val="solid"/>
          </a:ln>
        </p:spPr>
      </p:sp>
      <p:sp>
        <p:nvSpPr>
          <p:cNvPr id="34" name="Text 32"/>
          <p:cNvSpPr/>
          <p:nvPr/>
        </p:nvSpPr>
        <p:spPr>
          <a:xfrm>
            <a:off x="594360" y="2194560"/>
            <a:ext cx="1828800" cy="237744"/>
          </a:xfrm>
          <a:prstGeom prst="rect">
            <a:avLst/>
          </a:prstGeom>
          <a:noFill/>
          <a:ln/>
        </p:spPr>
        <p:txBody>
          <a:bodyPr wrap="square" lIns="0" tIns="0" rIns="0" bIns="0" rtlCol="0" anchor="ctr"/>
          <a:lstStyle/>
          <a:p>
            <a:pPr indent="0" marL="0">
              <a:buNone/>
            </a:pPr>
            <a:r>
              <a:rPr lang="en-US" sz="900" spc="300" kern="0" dirty="0">
                <a:solidFill>
                  <a:srgbClr val="5A5445"/>
                </a:solidFill>
                <a:latin typeface="Consolas" pitchFamily="34" charset="0"/>
                <a:ea typeface="Consolas" pitchFamily="34" charset="-122"/>
                <a:cs typeface="Consolas" pitchFamily="34" charset="-120"/>
              </a:rPr>
              <a:t>STAATLICH</a:t>
            </a:r>
            <a:endParaRPr lang="en-US" sz="900" dirty="0"/>
          </a:p>
        </p:txBody>
      </p:sp>
      <p:sp>
        <p:nvSpPr>
          <p:cNvPr id="35" name="Shape 33"/>
          <p:cNvSpPr/>
          <p:nvPr/>
        </p:nvSpPr>
        <p:spPr>
          <a:xfrm>
            <a:off x="457200" y="2432304"/>
            <a:ext cx="8229600" cy="9144"/>
          </a:xfrm>
          <a:prstGeom prst="rect">
            <a:avLst/>
          </a:prstGeom>
          <a:solidFill>
            <a:srgbClr val="C9A84C"/>
          </a:solidFill>
          <a:ln w="12700">
            <a:solidFill>
              <a:srgbClr val="C9A84C"/>
            </a:solidFill>
            <a:prstDash val="solid"/>
          </a:ln>
        </p:spPr>
      </p:sp>
      <p:sp>
        <p:nvSpPr>
          <p:cNvPr id="36" name="Shape 34"/>
          <p:cNvSpPr/>
          <p:nvPr/>
        </p:nvSpPr>
        <p:spPr>
          <a:xfrm>
            <a:off x="457200" y="2505456"/>
            <a:ext cx="1627632" cy="1280160"/>
          </a:xfrm>
          <a:prstGeom prst="rect">
            <a:avLst/>
          </a:prstGeom>
          <a:solidFill>
            <a:srgbClr val="13131E"/>
          </a:solidFill>
          <a:ln w="12700">
            <a:solidFill>
              <a:srgbClr val="2A2415"/>
            </a:solidFill>
            <a:prstDash val="solid"/>
          </a:ln>
        </p:spPr>
      </p:sp>
      <p:sp>
        <p:nvSpPr>
          <p:cNvPr id="37" name="Shape 35"/>
          <p:cNvSpPr/>
          <p:nvPr/>
        </p:nvSpPr>
        <p:spPr>
          <a:xfrm>
            <a:off x="457200" y="2505456"/>
            <a:ext cx="45720" cy="1280160"/>
          </a:xfrm>
          <a:prstGeom prst="rect">
            <a:avLst/>
          </a:prstGeom>
          <a:solidFill>
            <a:srgbClr val="4A7EC4"/>
          </a:solidFill>
          <a:ln w="12700">
            <a:solidFill>
              <a:srgbClr val="4A7EC4"/>
            </a:solidFill>
            <a:prstDash val="solid"/>
          </a:ln>
        </p:spPr>
      </p:sp>
      <p:sp>
        <p:nvSpPr>
          <p:cNvPr id="38" name="Text 36"/>
          <p:cNvSpPr/>
          <p:nvPr/>
        </p:nvSpPr>
        <p:spPr>
          <a:xfrm>
            <a:off x="566928" y="2560320"/>
            <a:ext cx="1444752" cy="274320"/>
          </a:xfrm>
          <a:prstGeom prst="rect">
            <a:avLst/>
          </a:prstGeom>
          <a:noFill/>
          <a:ln/>
        </p:spPr>
        <p:txBody>
          <a:bodyPr wrap="square" lIns="0" tIns="0" rIns="0" bIns="0" rtlCol="0" anchor="ctr"/>
          <a:lstStyle/>
          <a:p>
            <a:pPr indent="0" marL="0">
              <a:buNone/>
            </a:pPr>
            <a:r>
              <a:rPr lang="en-US" sz="1200" b="1" spc="200" kern="0" dirty="0">
                <a:solidFill>
                  <a:srgbClr val="90B8F0"/>
                </a:solidFill>
                <a:latin typeface="Consolas" pitchFamily="34" charset="0"/>
                <a:ea typeface="Consolas" pitchFamily="34" charset="-122"/>
                <a:cs typeface="Consolas" pitchFamily="34" charset="-120"/>
              </a:rPr>
              <a:t>SAHP</a:t>
            </a:r>
            <a:endParaRPr lang="en-US" sz="1200" dirty="0"/>
          </a:p>
        </p:txBody>
      </p:sp>
      <p:sp>
        <p:nvSpPr>
          <p:cNvPr id="39" name="Text 37"/>
          <p:cNvSpPr/>
          <p:nvPr/>
        </p:nvSpPr>
        <p:spPr>
          <a:xfrm>
            <a:off x="566928" y="2852928"/>
            <a:ext cx="1444752" cy="320040"/>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Rang 23</a:t>
            </a:r>
            <a:endParaRPr lang="en-US" sz="1400" dirty="0"/>
          </a:p>
        </p:txBody>
      </p:sp>
      <p:sp>
        <p:nvSpPr>
          <p:cNvPr id="40" name="Text 38"/>
          <p:cNvSpPr/>
          <p:nvPr/>
        </p:nvSpPr>
        <p:spPr>
          <a:xfrm>
            <a:off x="566928" y="3191256"/>
            <a:ext cx="1444752" cy="502920"/>
          </a:xfrm>
          <a:prstGeom prst="rect">
            <a:avLst/>
          </a:prstGeom>
          <a:noFill/>
          <a:ln/>
        </p:spPr>
        <p:txBody>
          <a:bodyPr wrap="square" lIns="0" tIns="0" rIns="0" bIns="0" rtlCol="0" anchor="ctr"/>
          <a:lstStyle/>
          <a:p>
            <a:pPr indent="0" marL="0">
              <a:buNone/>
            </a:pPr>
            <a:r>
              <a:rPr lang="en-US" sz="1000" dirty="0">
                <a:solidFill>
                  <a:srgbClr val="5A5445"/>
                </a:solidFill>
                <a:latin typeface="Consolas" pitchFamily="34" charset="0"/>
                <a:ea typeface="Consolas" pitchFamily="34" charset="-122"/>
                <a:cs typeface="Consolas" pitchFamily="34" charset="-120"/>
              </a:rPr>
              <a:t>Colonel</a:t>
            </a:r>
            <a:endParaRPr lang="en-US" sz="1000" dirty="0"/>
          </a:p>
        </p:txBody>
      </p:sp>
      <p:sp>
        <p:nvSpPr>
          <p:cNvPr id="41" name="Shape 39"/>
          <p:cNvSpPr/>
          <p:nvPr/>
        </p:nvSpPr>
        <p:spPr>
          <a:xfrm>
            <a:off x="2157984" y="2505456"/>
            <a:ext cx="1627632" cy="1280160"/>
          </a:xfrm>
          <a:prstGeom prst="rect">
            <a:avLst/>
          </a:prstGeom>
          <a:solidFill>
            <a:srgbClr val="13131E"/>
          </a:solidFill>
          <a:ln w="12700">
            <a:solidFill>
              <a:srgbClr val="2A2415"/>
            </a:solidFill>
            <a:prstDash val="solid"/>
          </a:ln>
        </p:spPr>
      </p:sp>
      <p:sp>
        <p:nvSpPr>
          <p:cNvPr id="42" name="Shape 40"/>
          <p:cNvSpPr/>
          <p:nvPr/>
        </p:nvSpPr>
        <p:spPr>
          <a:xfrm>
            <a:off x="2157984" y="2505456"/>
            <a:ext cx="45720" cy="1280160"/>
          </a:xfrm>
          <a:prstGeom prst="rect">
            <a:avLst/>
          </a:prstGeom>
          <a:solidFill>
            <a:srgbClr val="4A7EC4"/>
          </a:solidFill>
          <a:ln w="12700">
            <a:solidFill>
              <a:srgbClr val="4A7EC4"/>
            </a:solidFill>
            <a:prstDash val="solid"/>
          </a:ln>
        </p:spPr>
      </p:sp>
      <p:sp>
        <p:nvSpPr>
          <p:cNvPr id="43" name="Text 41"/>
          <p:cNvSpPr/>
          <p:nvPr/>
        </p:nvSpPr>
        <p:spPr>
          <a:xfrm>
            <a:off x="2267712" y="2560320"/>
            <a:ext cx="1444752" cy="274320"/>
          </a:xfrm>
          <a:prstGeom prst="rect">
            <a:avLst/>
          </a:prstGeom>
          <a:noFill/>
          <a:ln/>
        </p:spPr>
        <p:txBody>
          <a:bodyPr wrap="square" lIns="0" tIns="0" rIns="0" bIns="0" rtlCol="0" anchor="ctr"/>
          <a:lstStyle/>
          <a:p>
            <a:pPr indent="0" marL="0">
              <a:buNone/>
            </a:pPr>
            <a:r>
              <a:rPr lang="en-US" sz="1200" b="1" spc="200" kern="0" dirty="0">
                <a:solidFill>
                  <a:srgbClr val="90B8F0"/>
                </a:solidFill>
                <a:latin typeface="Consolas" pitchFamily="34" charset="0"/>
                <a:ea typeface="Consolas" pitchFamily="34" charset="-122"/>
                <a:cs typeface="Consolas" pitchFamily="34" charset="-120"/>
              </a:rPr>
              <a:t>USSS</a:t>
            </a:r>
            <a:endParaRPr lang="en-US" sz="1200" dirty="0"/>
          </a:p>
        </p:txBody>
      </p:sp>
      <p:sp>
        <p:nvSpPr>
          <p:cNvPr id="44" name="Text 42"/>
          <p:cNvSpPr/>
          <p:nvPr/>
        </p:nvSpPr>
        <p:spPr>
          <a:xfrm>
            <a:off x="2267712" y="2852928"/>
            <a:ext cx="1444752" cy="320040"/>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Rang 12</a:t>
            </a:r>
            <a:endParaRPr lang="en-US" sz="1400" dirty="0"/>
          </a:p>
        </p:txBody>
      </p:sp>
      <p:sp>
        <p:nvSpPr>
          <p:cNvPr id="45" name="Text 43"/>
          <p:cNvSpPr/>
          <p:nvPr/>
        </p:nvSpPr>
        <p:spPr>
          <a:xfrm>
            <a:off x="2267712" y="3191256"/>
            <a:ext cx="1444752" cy="502920"/>
          </a:xfrm>
          <a:prstGeom prst="rect">
            <a:avLst/>
          </a:prstGeom>
          <a:noFill/>
          <a:ln/>
        </p:spPr>
        <p:txBody>
          <a:bodyPr wrap="square" lIns="0" tIns="0" rIns="0" bIns="0" rtlCol="0" anchor="ctr"/>
          <a:lstStyle/>
          <a:p>
            <a:pPr indent="0" marL="0">
              <a:buNone/>
            </a:pPr>
            <a:r>
              <a:rPr lang="en-US" sz="1000" dirty="0">
                <a:solidFill>
                  <a:srgbClr val="5A5445"/>
                </a:solidFill>
                <a:latin typeface="Consolas" pitchFamily="34" charset="0"/>
                <a:ea typeface="Consolas" pitchFamily="34" charset="-122"/>
                <a:cs typeface="Consolas" pitchFamily="34" charset="-120"/>
              </a:rPr>
              <a:t>Staff Sergeant</a:t>
            </a:r>
            <a:endParaRPr lang="en-US" sz="1000" dirty="0"/>
          </a:p>
        </p:txBody>
      </p:sp>
      <p:sp>
        <p:nvSpPr>
          <p:cNvPr id="46" name="Shape 44"/>
          <p:cNvSpPr/>
          <p:nvPr/>
        </p:nvSpPr>
        <p:spPr>
          <a:xfrm>
            <a:off x="3858768" y="2505456"/>
            <a:ext cx="1627632" cy="1280160"/>
          </a:xfrm>
          <a:prstGeom prst="rect">
            <a:avLst/>
          </a:prstGeom>
          <a:solidFill>
            <a:srgbClr val="13131E"/>
          </a:solidFill>
          <a:ln w="12700">
            <a:solidFill>
              <a:srgbClr val="2A2415"/>
            </a:solidFill>
            <a:prstDash val="solid"/>
          </a:ln>
        </p:spPr>
      </p:sp>
      <p:sp>
        <p:nvSpPr>
          <p:cNvPr id="47" name="Shape 45"/>
          <p:cNvSpPr/>
          <p:nvPr/>
        </p:nvSpPr>
        <p:spPr>
          <a:xfrm>
            <a:off x="3858768" y="2505456"/>
            <a:ext cx="45720" cy="1280160"/>
          </a:xfrm>
          <a:prstGeom prst="rect">
            <a:avLst/>
          </a:prstGeom>
          <a:solidFill>
            <a:srgbClr val="4A7EC4"/>
          </a:solidFill>
          <a:ln w="12700">
            <a:solidFill>
              <a:srgbClr val="4A7EC4"/>
            </a:solidFill>
            <a:prstDash val="solid"/>
          </a:ln>
        </p:spPr>
      </p:sp>
      <p:sp>
        <p:nvSpPr>
          <p:cNvPr id="48" name="Text 46"/>
          <p:cNvSpPr/>
          <p:nvPr/>
        </p:nvSpPr>
        <p:spPr>
          <a:xfrm>
            <a:off x="3968496" y="2560320"/>
            <a:ext cx="1444752" cy="274320"/>
          </a:xfrm>
          <a:prstGeom prst="rect">
            <a:avLst/>
          </a:prstGeom>
          <a:noFill/>
          <a:ln/>
        </p:spPr>
        <p:txBody>
          <a:bodyPr wrap="square" lIns="0" tIns="0" rIns="0" bIns="0" rtlCol="0" anchor="ctr"/>
          <a:lstStyle/>
          <a:p>
            <a:pPr indent="0" marL="0">
              <a:buNone/>
            </a:pPr>
            <a:r>
              <a:rPr lang="en-US" sz="1200" b="1" spc="200" kern="0" dirty="0">
                <a:solidFill>
                  <a:srgbClr val="90B8F0"/>
                </a:solidFill>
                <a:latin typeface="Consolas" pitchFamily="34" charset="0"/>
                <a:ea typeface="Consolas" pitchFamily="34" charset="-122"/>
                <a:cs typeface="Consolas" pitchFamily="34" charset="-120"/>
              </a:rPr>
              <a:t>LSPD</a:t>
            </a:r>
            <a:endParaRPr lang="en-US" sz="1200" dirty="0"/>
          </a:p>
        </p:txBody>
      </p:sp>
      <p:sp>
        <p:nvSpPr>
          <p:cNvPr id="49" name="Text 47"/>
          <p:cNvSpPr/>
          <p:nvPr/>
        </p:nvSpPr>
        <p:spPr>
          <a:xfrm>
            <a:off x="3968496" y="2852928"/>
            <a:ext cx="1444752" cy="320040"/>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Rang 13</a:t>
            </a:r>
            <a:endParaRPr lang="en-US" sz="1400" dirty="0"/>
          </a:p>
        </p:txBody>
      </p:sp>
      <p:sp>
        <p:nvSpPr>
          <p:cNvPr id="50" name="Text 48"/>
          <p:cNvSpPr/>
          <p:nvPr/>
        </p:nvSpPr>
        <p:spPr>
          <a:xfrm>
            <a:off x="3968496" y="3191256"/>
            <a:ext cx="1444752" cy="502920"/>
          </a:xfrm>
          <a:prstGeom prst="rect">
            <a:avLst/>
          </a:prstGeom>
          <a:noFill/>
          <a:ln/>
        </p:spPr>
        <p:txBody>
          <a:bodyPr wrap="square" lIns="0" tIns="0" rIns="0" bIns="0" rtlCol="0" anchor="ctr"/>
          <a:lstStyle/>
          <a:p>
            <a:pPr indent="0" marL="0">
              <a:buNone/>
            </a:pPr>
            <a:r>
              <a:rPr lang="en-US" sz="1000" dirty="0">
                <a:solidFill>
                  <a:srgbClr val="5A5445"/>
                </a:solidFill>
                <a:latin typeface="Consolas" pitchFamily="34" charset="0"/>
                <a:ea typeface="Consolas" pitchFamily="34" charset="-122"/>
                <a:cs typeface="Consolas" pitchFamily="34" charset="-120"/>
              </a:rPr>
              <a:t>Master Sergeant</a:t>
            </a:r>
            <a:endParaRPr lang="en-US" sz="1000" dirty="0"/>
          </a:p>
        </p:txBody>
      </p:sp>
      <p:sp>
        <p:nvSpPr>
          <p:cNvPr id="51" name="Shape 49"/>
          <p:cNvSpPr/>
          <p:nvPr/>
        </p:nvSpPr>
        <p:spPr>
          <a:xfrm>
            <a:off x="5559552" y="2505456"/>
            <a:ext cx="1627632" cy="1280160"/>
          </a:xfrm>
          <a:prstGeom prst="rect">
            <a:avLst/>
          </a:prstGeom>
          <a:solidFill>
            <a:srgbClr val="13131E"/>
          </a:solidFill>
          <a:ln w="12700">
            <a:solidFill>
              <a:srgbClr val="2A2415"/>
            </a:solidFill>
            <a:prstDash val="solid"/>
          </a:ln>
        </p:spPr>
      </p:sp>
      <p:sp>
        <p:nvSpPr>
          <p:cNvPr id="52" name="Shape 50"/>
          <p:cNvSpPr/>
          <p:nvPr/>
        </p:nvSpPr>
        <p:spPr>
          <a:xfrm>
            <a:off x="5559552" y="2505456"/>
            <a:ext cx="45720" cy="1280160"/>
          </a:xfrm>
          <a:prstGeom prst="rect">
            <a:avLst/>
          </a:prstGeom>
          <a:solidFill>
            <a:srgbClr val="4A7EC4"/>
          </a:solidFill>
          <a:ln w="12700">
            <a:solidFill>
              <a:srgbClr val="4A7EC4"/>
            </a:solidFill>
            <a:prstDash val="solid"/>
          </a:ln>
        </p:spPr>
      </p:sp>
      <p:sp>
        <p:nvSpPr>
          <p:cNvPr id="53" name="Text 51"/>
          <p:cNvSpPr/>
          <p:nvPr/>
        </p:nvSpPr>
        <p:spPr>
          <a:xfrm>
            <a:off x="5669280" y="2560320"/>
            <a:ext cx="1444752" cy="274320"/>
          </a:xfrm>
          <a:prstGeom prst="rect">
            <a:avLst/>
          </a:prstGeom>
          <a:noFill/>
          <a:ln/>
        </p:spPr>
        <p:txBody>
          <a:bodyPr wrap="square" lIns="0" tIns="0" rIns="0" bIns="0" rtlCol="0" anchor="ctr"/>
          <a:lstStyle/>
          <a:p>
            <a:pPr indent="0" marL="0">
              <a:buNone/>
            </a:pPr>
            <a:r>
              <a:rPr lang="en-US" sz="1200" b="1" spc="200" kern="0" dirty="0">
                <a:solidFill>
                  <a:srgbClr val="90B8F0"/>
                </a:solidFill>
                <a:latin typeface="Consolas" pitchFamily="34" charset="0"/>
                <a:ea typeface="Consolas" pitchFamily="34" charset="-122"/>
                <a:cs typeface="Consolas" pitchFamily="34" charset="-120"/>
              </a:rPr>
              <a:t>NG</a:t>
            </a:r>
            <a:endParaRPr lang="en-US" sz="1200" dirty="0"/>
          </a:p>
        </p:txBody>
      </p:sp>
      <p:sp>
        <p:nvSpPr>
          <p:cNvPr id="54" name="Text 52"/>
          <p:cNvSpPr/>
          <p:nvPr/>
        </p:nvSpPr>
        <p:spPr>
          <a:xfrm>
            <a:off x="5669280" y="2852928"/>
            <a:ext cx="1444752" cy="320040"/>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Rang 14</a:t>
            </a:r>
            <a:endParaRPr lang="en-US" sz="1400" dirty="0"/>
          </a:p>
        </p:txBody>
      </p:sp>
      <p:sp>
        <p:nvSpPr>
          <p:cNvPr id="55" name="Text 53"/>
          <p:cNvSpPr/>
          <p:nvPr/>
        </p:nvSpPr>
        <p:spPr>
          <a:xfrm>
            <a:off x="5669280" y="3191256"/>
            <a:ext cx="1444752" cy="502920"/>
          </a:xfrm>
          <a:prstGeom prst="rect">
            <a:avLst/>
          </a:prstGeom>
          <a:noFill/>
          <a:ln/>
        </p:spPr>
        <p:txBody>
          <a:bodyPr wrap="square" lIns="0" tIns="0" rIns="0" bIns="0" rtlCol="0" anchor="ctr"/>
          <a:lstStyle/>
          <a:p>
            <a:pPr indent="0" marL="0">
              <a:buNone/>
            </a:pPr>
            <a:r>
              <a:rPr lang="en-US" sz="1000" dirty="0">
                <a:solidFill>
                  <a:srgbClr val="5A5445"/>
                </a:solidFill>
                <a:latin typeface="Consolas" pitchFamily="34" charset="0"/>
                <a:ea typeface="Consolas" pitchFamily="34" charset="-122"/>
                <a:cs typeface="Consolas" pitchFamily="34" charset="-120"/>
              </a:rPr>
              <a:t>First Sergeant</a:t>
            </a:r>
            <a:endParaRPr lang="en-US" sz="1000" dirty="0"/>
          </a:p>
        </p:txBody>
      </p:sp>
      <p:sp>
        <p:nvSpPr>
          <p:cNvPr id="56" name="Shape 54"/>
          <p:cNvSpPr/>
          <p:nvPr/>
        </p:nvSpPr>
        <p:spPr>
          <a:xfrm>
            <a:off x="7260336" y="2505456"/>
            <a:ext cx="1627632" cy="1280160"/>
          </a:xfrm>
          <a:prstGeom prst="rect">
            <a:avLst/>
          </a:prstGeom>
          <a:solidFill>
            <a:srgbClr val="13131E"/>
          </a:solidFill>
          <a:ln w="12700">
            <a:solidFill>
              <a:srgbClr val="2A2415"/>
            </a:solidFill>
            <a:prstDash val="solid"/>
          </a:ln>
        </p:spPr>
      </p:sp>
      <p:sp>
        <p:nvSpPr>
          <p:cNvPr id="57" name="Shape 55"/>
          <p:cNvSpPr/>
          <p:nvPr/>
        </p:nvSpPr>
        <p:spPr>
          <a:xfrm>
            <a:off x="7260336" y="2505456"/>
            <a:ext cx="45720" cy="1280160"/>
          </a:xfrm>
          <a:prstGeom prst="rect">
            <a:avLst/>
          </a:prstGeom>
          <a:solidFill>
            <a:srgbClr val="4A7EC4"/>
          </a:solidFill>
          <a:ln w="12700">
            <a:solidFill>
              <a:srgbClr val="4A7EC4"/>
            </a:solidFill>
            <a:prstDash val="solid"/>
          </a:ln>
        </p:spPr>
      </p:sp>
      <p:sp>
        <p:nvSpPr>
          <p:cNvPr id="58" name="Text 56"/>
          <p:cNvSpPr/>
          <p:nvPr/>
        </p:nvSpPr>
        <p:spPr>
          <a:xfrm>
            <a:off x="7370064" y="2560320"/>
            <a:ext cx="1444752" cy="274320"/>
          </a:xfrm>
          <a:prstGeom prst="rect">
            <a:avLst/>
          </a:prstGeom>
          <a:noFill/>
          <a:ln/>
        </p:spPr>
        <p:txBody>
          <a:bodyPr wrap="square" lIns="0" tIns="0" rIns="0" bIns="0" rtlCol="0" anchor="ctr"/>
          <a:lstStyle/>
          <a:p>
            <a:pPr indent="0" marL="0">
              <a:buNone/>
            </a:pPr>
            <a:r>
              <a:rPr lang="en-US" sz="1200" b="1" spc="200" kern="0" dirty="0">
                <a:solidFill>
                  <a:srgbClr val="90B8F0"/>
                </a:solidFill>
                <a:latin typeface="Consolas" pitchFamily="34" charset="0"/>
                <a:ea typeface="Consolas" pitchFamily="34" charset="-122"/>
                <a:cs typeface="Consolas" pitchFamily="34" charset="-120"/>
              </a:rPr>
              <a:t>MD</a:t>
            </a:r>
            <a:endParaRPr lang="en-US" sz="1200" dirty="0"/>
          </a:p>
        </p:txBody>
      </p:sp>
      <p:sp>
        <p:nvSpPr>
          <p:cNvPr id="59" name="Text 57"/>
          <p:cNvSpPr/>
          <p:nvPr/>
        </p:nvSpPr>
        <p:spPr>
          <a:xfrm>
            <a:off x="7370064" y="2852928"/>
            <a:ext cx="1444752" cy="320040"/>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Praktikant</a:t>
            </a:r>
            <a:endParaRPr lang="en-US" sz="1400" dirty="0"/>
          </a:p>
        </p:txBody>
      </p:sp>
      <p:sp>
        <p:nvSpPr>
          <p:cNvPr id="60" name="Text 58"/>
          <p:cNvSpPr/>
          <p:nvPr/>
        </p:nvSpPr>
        <p:spPr>
          <a:xfrm>
            <a:off x="7370064" y="3191256"/>
            <a:ext cx="1444752" cy="502920"/>
          </a:xfrm>
          <a:prstGeom prst="rect">
            <a:avLst/>
          </a:prstGeom>
          <a:noFill/>
          <a:ln/>
        </p:spPr>
        <p:txBody>
          <a:bodyPr wrap="square" lIns="0" tIns="0" rIns="0" bIns="0" rtlCol="0" anchor="ctr"/>
          <a:lstStyle/>
          <a:p>
            <a:pPr indent="0" marL="0">
              <a:buNone/>
            </a:pPr>
            <a:r>
              <a:rPr lang="en-US" sz="1000" dirty="0">
                <a:solidFill>
                  <a:srgbClr val="5A5445"/>
                </a:solidFill>
                <a:latin typeface="Consolas" pitchFamily="34" charset="0"/>
                <a:ea typeface="Consolas" pitchFamily="34" charset="-122"/>
                <a:cs typeface="Consolas" pitchFamily="34" charset="-120"/>
              </a:rPr>
              <a:t>Medical Department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60A"/>
        </a:solidFill>
      </p:bgPr>
    </p:bg>
    <p:spTree>
      <p:nvGrpSpPr>
        <p:cNvPr id="1" name=""/>
        <p:cNvGrpSpPr/>
        <p:nvPr/>
      </p:nvGrpSpPr>
      <p:grpSpPr>
        <a:xfrm>
          <a:off x="0" y="0"/>
          <a:ext cx="0" cy="0"/>
          <a:chOff x="0" y="0"/>
          <a:chExt cx="0" cy="0"/>
        </a:xfrm>
      </p:grpSpPr>
      <p:sp>
        <p:nvSpPr>
          <p:cNvPr id="2" name="Shape 0"/>
          <p:cNvSpPr/>
          <p:nvPr/>
        </p:nvSpPr>
        <p:spPr>
          <a:xfrm>
            <a:off x="457200" y="320040"/>
            <a:ext cx="8229600" cy="9144"/>
          </a:xfrm>
          <a:prstGeom prst="rect">
            <a:avLst/>
          </a:prstGeom>
          <a:solidFill>
            <a:srgbClr val="C9A84C"/>
          </a:solidFill>
          <a:ln w="12700">
            <a:solidFill>
              <a:srgbClr val="C9A84C"/>
            </a:solidFill>
            <a:prstDash val="solid"/>
          </a:ln>
        </p:spPr>
      </p:sp>
      <p:sp>
        <p:nvSpPr>
          <p:cNvPr id="3" name="Text 1"/>
          <p:cNvSpPr/>
          <p:nvPr/>
        </p:nvSpPr>
        <p:spPr>
          <a:xfrm>
            <a:off x="457200" y="73152"/>
            <a:ext cx="8229600" cy="256032"/>
          </a:xfrm>
          <a:prstGeom prst="rect">
            <a:avLst/>
          </a:prstGeom>
          <a:noFill/>
          <a:ln/>
        </p:spPr>
        <p:txBody>
          <a:bodyPr wrap="square" lIns="0" tIns="0" rIns="0" bIns="0" rtlCol="0" anchor="ctr"/>
          <a:lstStyle/>
          <a:p>
            <a:pPr indent="0" marL="0">
              <a:buNone/>
            </a:pPr>
            <a:r>
              <a:rPr lang="en-US" sz="1000" b="1" spc="300" kern="0" dirty="0">
                <a:solidFill>
                  <a:srgbClr val="C9A84C"/>
                </a:solidFill>
                <a:latin typeface="Consolas" pitchFamily="34" charset="0"/>
                <a:ea typeface="Consolas" pitchFamily="34" charset="-122"/>
                <a:cs typeface="Consolas" pitchFamily="34" charset="-120"/>
              </a:rPr>
              <a:t>07  RANGKONZEPT</a:t>
            </a:r>
            <a:endParaRPr lang="en-US" sz="1000" dirty="0"/>
          </a:p>
        </p:txBody>
      </p:sp>
      <p:sp>
        <p:nvSpPr>
          <p:cNvPr id="4" name="Shape 2"/>
          <p:cNvSpPr/>
          <p:nvPr/>
        </p:nvSpPr>
        <p:spPr>
          <a:xfrm>
            <a:off x="411480" y="384048"/>
            <a:ext cx="4023360" cy="722376"/>
          </a:xfrm>
          <a:prstGeom prst="rect">
            <a:avLst/>
          </a:prstGeom>
          <a:solidFill>
            <a:srgbClr val="13131E"/>
          </a:solidFill>
          <a:ln w="12700">
            <a:solidFill>
              <a:srgbClr val="2A2415"/>
            </a:solidFill>
            <a:prstDash val="solid"/>
          </a:ln>
        </p:spPr>
      </p:sp>
      <p:sp>
        <p:nvSpPr>
          <p:cNvPr id="5" name="Shape 3"/>
          <p:cNvSpPr/>
          <p:nvPr/>
        </p:nvSpPr>
        <p:spPr>
          <a:xfrm>
            <a:off x="411480" y="384048"/>
            <a:ext cx="45720" cy="722376"/>
          </a:xfrm>
          <a:prstGeom prst="rect">
            <a:avLst/>
          </a:prstGeom>
          <a:solidFill>
            <a:srgbClr val="C9A84C"/>
          </a:solidFill>
          <a:ln w="12700">
            <a:solidFill>
              <a:srgbClr val="C9A84C"/>
            </a:solidFill>
            <a:prstDash val="solid"/>
          </a:ln>
        </p:spPr>
      </p:sp>
      <p:sp>
        <p:nvSpPr>
          <p:cNvPr id="6" name="Text 4"/>
          <p:cNvSpPr/>
          <p:nvPr/>
        </p:nvSpPr>
        <p:spPr>
          <a:xfrm>
            <a:off x="502920" y="411480"/>
            <a:ext cx="3886200" cy="164592"/>
          </a:xfrm>
          <a:prstGeom prst="rect">
            <a:avLst/>
          </a:prstGeom>
          <a:noFill/>
          <a:ln/>
        </p:spPr>
        <p:txBody>
          <a:bodyPr wrap="square" lIns="0" tIns="0" rIns="0" bIns="0" rtlCol="0" anchor="ctr"/>
          <a:lstStyle/>
          <a:p>
            <a:pPr indent="0" marL="0">
              <a:buNone/>
            </a:pPr>
            <a:r>
              <a:rPr lang="en-US" sz="800" b="1" spc="100" kern="0" dirty="0">
                <a:solidFill>
                  <a:srgbClr val="C9A84C"/>
                </a:solidFill>
                <a:latin typeface="Consolas" pitchFamily="34" charset="0"/>
                <a:ea typeface="Consolas" pitchFamily="34" charset="-122"/>
                <a:cs typeface="Consolas" pitchFamily="34" charset="-120"/>
              </a:rPr>
              <a:t>GENSTAB — CURATOR VON ABTEILUNGEN</a:t>
            </a:r>
            <a:endParaRPr lang="en-US" sz="800" dirty="0"/>
          </a:p>
        </p:txBody>
      </p:sp>
      <p:sp>
        <p:nvSpPr>
          <p:cNvPr id="7" name="Text 5"/>
          <p:cNvSpPr/>
          <p:nvPr/>
        </p:nvSpPr>
        <p:spPr>
          <a:xfrm>
            <a:off x="521208" y="585216"/>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30</a:t>
            </a:r>
            <a:endParaRPr lang="en-US" sz="900" dirty="0"/>
          </a:p>
        </p:txBody>
      </p:sp>
      <p:sp>
        <p:nvSpPr>
          <p:cNvPr id="8" name="Text 6"/>
          <p:cNvSpPr/>
          <p:nvPr/>
        </p:nvSpPr>
        <p:spPr>
          <a:xfrm>
            <a:off x="832104" y="585216"/>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General of the Army</a:t>
            </a:r>
            <a:endParaRPr lang="en-US" sz="1000" dirty="0"/>
          </a:p>
        </p:txBody>
      </p:sp>
      <p:sp>
        <p:nvSpPr>
          <p:cNvPr id="9" name="Text 7"/>
          <p:cNvSpPr/>
          <p:nvPr/>
        </p:nvSpPr>
        <p:spPr>
          <a:xfrm>
            <a:off x="521208" y="758952"/>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29</a:t>
            </a:r>
            <a:endParaRPr lang="en-US" sz="900" dirty="0"/>
          </a:p>
        </p:txBody>
      </p:sp>
      <p:sp>
        <p:nvSpPr>
          <p:cNvPr id="10" name="Text 8"/>
          <p:cNvSpPr/>
          <p:nvPr/>
        </p:nvSpPr>
        <p:spPr>
          <a:xfrm>
            <a:off x="832104" y="758952"/>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Lieutenant General</a:t>
            </a:r>
            <a:endParaRPr lang="en-US" sz="1000" dirty="0"/>
          </a:p>
        </p:txBody>
      </p:sp>
      <p:sp>
        <p:nvSpPr>
          <p:cNvPr id="11" name="Text 9"/>
          <p:cNvSpPr/>
          <p:nvPr/>
        </p:nvSpPr>
        <p:spPr>
          <a:xfrm>
            <a:off x="521208" y="932688"/>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28</a:t>
            </a:r>
            <a:endParaRPr lang="en-US" sz="900" dirty="0"/>
          </a:p>
        </p:txBody>
      </p:sp>
      <p:sp>
        <p:nvSpPr>
          <p:cNvPr id="12" name="Text 10"/>
          <p:cNvSpPr/>
          <p:nvPr/>
        </p:nvSpPr>
        <p:spPr>
          <a:xfrm>
            <a:off x="832104" y="932688"/>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Major General</a:t>
            </a:r>
            <a:endParaRPr lang="en-US" sz="1000" dirty="0"/>
          </a:p>
        </p:txBody>
      </p:sp>
      <p:sp>
        <p:nvSpPr>
          <p:cNvPr id="13" name="Shape 11"/>
          <p:cNvSpPr/>
          <p:nvPr/>
        </p:nvSpPr>
        <p:spPr>
          <a:xfrm>
            <a:off x="411480" y="1179576"/>
            <a:ext cx="4023360" cy="722376"/>
          </a:xfrm>
          <a:prstGeom prst="rect">
            <a:avLst/>
          </a:prstGeom>
          <a:solidFill>
            <a:srgbClr val="13131E"/>
          </a:solidFill>
          <a:ln w="12700">
            <a:solidFill>
              <a:srgbClr val="2A2415"/>
            </a:solidFill>
            <a:prstDash val="solid"/>
          </a:ln>
        </p:spPr>
      </p:sp>
      <p:sp>
        <p:nvSpPr>
          <p:cNvPr id="14" name="Shape 12"/>
          <p:cNvSpPr/>
          <p:nvPr/>
        </p:nvSpPr>
        <p:spPr>
          <a:xfrm>
            <a:off x="411480" y="1179576"/>
            <a:ext cx="45720" cy="722376"/>
          </a:xfrm>
          <a:prstGeom prst="rect">
            <a:avLst/>
          </a:prstGeom>
          <a:solidFill>
            <a:srgbClr val="C9A84C"/>
          </a:solidFill>
          <a:ln w="12700">
            <a:solidFill>
              <a:srgbClr val="C9A84C"/>
            </a:solidFill>
            <a:prstDash val="solid"/>
          </a:ln>
        </p:spPr>
      </p:sp>
      <p:sp>
        <p:nvSpPr>
          <p:cNvPr id="15" name="Text 13"/>
          <p:cNvSpPr/>
          <p:nvPr/>
        </p:nvSpPr>
        <p:spPr>
          <a:xfrm>
            <a:off x="502920" y="1207008"/>
            <a:ext cx="3886200" cy="164592"/>
          </a:xfrm>
          <a:prstGeom prst="rect">
            <a:avLst/>
          </a:prstGeom>
          <a:noFill/>
          <a:ln/>
        </p:spPr>
        <p:txBody>
          <a:bodyPr wrap="square" lIns="0" tIns="0" rIns="0" bIns="0" rtlCol="0" anchor="ctr"/>
          <a:lstStyle/>
          <a:p>
            <a:pPr indent="0" marL="0">
              <a:buNone/>
            </a:pPr>
            <a:r>
              <a:rPr lang="en-US" sz="800" b="1" spc="100" kern="0" dirty="0">
                <a:solidFill>
                  <a:srgbClr val="C9A84C"/>
                </a:solidFill>
                <a:latin typeface="Consolas" pitchFamily="34" charset="0"/>
                <a:ea typeface="Consolas" pitchFamily="34" charset="-122"/>
                <a:cs typeface="Consolas" pitchFamily="34" charset="-120"/>
              </a:rPr>
              <a:t>STABSOFFIZIER — ABTEILUNGSLEITUNG</a:t>
            </a:r>
            <a:endParaRPr lang="en-US" sz="800" dirty="0"/>
          </a:p>
        </p:txBody>
      </p:sp>
      <p:sp>
        <p:nvSpPr>
          <p:cNvPr id="16" name="Text 14"/>
          <p:cNvSpPr/>
          <p:nvPr/>
        </p:nvSpPr>
        <p:spPr>
          <a:xfrm>
            <a:off x="521208" y="1380744"/>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27</a:t>
            </a:r>
            <a:endParaRPr lang="en-US" sz="900" dirty="0"/>
          </a:p>
        </p:txBody>
      </p:sp>
      <p:sp>
        <p:nvSpPr>
          <p:cNvPr id="17" name="Text 15"/>
          <p:cNvSpPr/>
          <p:nvPr/>
        </p:nvSpPr>
        <p:spPr>
          <a:xfrm>
            <a:off x="832104" y="1380744"/>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Brigadier General</a:t>
            </a:r>
            <a:endParaRPr lang="en-US" sz="1000" dirty="0"/>
          </a:p>
        </p:txBody>
      </p:sp>
      <p:sp>
        <p:nvSpPr>
          <p:cNvPr id="18" name="Text 16"/>
          <p:cNvSpPr/>
          <p:nvPr/>
        </p:nvSpPr>
        <p:spPr>
          <a:xfrm>
            <a:off x="521208" y="1554480"/>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26</a:t>
            </a:r>
            <a:endParaRPr lang="en-US" sz="900" dirty="0"/>
          </a:p>
        </p:txBody>
      </p:sp>
      <p:sp>
        <p:nvSpPr>
          <p:cNvPr id="19" name="Text 17"/>
          <p:cNvSpPr/>
          <p:nvPr/>
        </p:nvSpPr>
        <p:spPr>
          <a:xfrm>
            <a:off x="832104" y="1554480"/>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Colonel</a:t>
            </a:r>
            <a:endParaRPr lang="en-US" sz="1000" dirty="0"/>
          </a:p>
        </p:txBody>
      </p:sp>
      <p:sp>
        <p:nvSpPr>
          <p:cNvPr id="20" name="Text 18"/>
          <p:cNvSpPr/>
          <p:nvPr/>
        </p:nvSpPr>
        <p:spPr>
          <a:xfrm>
            <a:off x="521208" y="1728216"/>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25</a:t>
            </a:r>
            <a:endParaRPr lang="en-US" sz="900" dirty="0"/>
          </a:p>
        </p:txBody>
      </p:sp>
      <p:sp>
        <p:nvSpPr>
          <p:cNvPr id="21" name="Text 19"/>
          <p:cNvSpPr/>
          <p:nvPr/>
        </p:nvSpPr>
        <p:spPr>
          <a:xfrm>
            <a:off x="832104" y="1728216"/>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Lieutenant Colonel</a:t>
            </a:r>
            <a:endParaRPr lang="en-US" sz="1000" dirty="0"/>
          </a:p>
        </p:txBody>
      </p:sp>
      <p:sp>
        <p:nvSpPr>
          <p:cNvPr id="22" name="Shape 20"/>
          <p:cNvSpPr/>
          <p:nvPr/>
        </p:nvSpPr>
        <p:spPr>
          <a:xfrm>
            <a:off x="411480" y="1975104"/>
            <a:ext cx="4023360" cy="896112"/>
          </a:xfrm>
          <a:prstGeom prst="rect">
            <a:avLst/>
          </a:prstGeom>
          <a:solidFill>
            <a:srgbClr val="13131E"/>
          </a:solidFill>
          <a:ln w="12700">
            <a:solidFill>
              <a:srgbClr val="2A2415"/>
            </a:solidFill>
            <a:prstDash val="solid"/>
          </a:ln>
        </p:spPr>
      </p:sp>
      <p:sp>
        <p:nvSpPr>
          <p:cNvPr id="23" name="Shape 21"/>
          <p:cNvSpPr/>
          <p:nvPr/>
        </p:nvSpPr>
        <p:spPr>
          <a:xfrm>
            <a:off x="411480" y="1975104"/>
            <a:ext cx="45720" cy="896112"/>
          </a:xfrm>
          <a:prstGeom prst="rect">
            <a:avLst/>
          </a:prstGeom>
          <a:solidFill>
            <a:srgbClr val="E8AA30"/>
          </a:solidFill>
          <a:ln w="12700">
            <a:solidFill>
              <a:srgbClr val="E8AA30"/>
            </a:solidFill>
            <a:prstDash val="solid"/>
          </a:ln>
        </p:spPr>
      </p:sp>
      <p:sp>
        <p:nvSpPr>
          <p:cNvPr id="24" name="Text 22"/>
          <p:cNvSpPr/>
          <p:nvPr/>
        </p:nvSpPr>
        <p:spPr>
          <a:xfrm>
            <a:off x="502920" y="2002536"/>
            <a:ext cx="3886200" cy="164592"/>
          </a:xfrm>
          <a:prstGeom prst="rect">
            <a:avLst/>
          </a:prstGeom>
          <a:noFill/>
          <a:ln/>
        </p:spPr>
        <p:txBody>
          <a:bodyPr wrap="square" lIns="0" tIns="0" rIns="0" bIns="0" rtlCol="0" anchor="ctr"/>
          <a:lstStyle/>
          <a:p>
            <a:pPr indent="0" marL="0">
              <a:buNone/>
            </a:pPr>
            <a:r>
              <a:rPr lang="en-US" sz="800" b="1" spc="100" kern="0" dirty="0">
                <a:solidFill>
                  <a:srgbClr val="E8AA30"/>
                </a:solidFill>
                <a:latin typeface="Consolas" pitchFamily="34" charset="0"/>
                <a:ea typeface="Consolas" pitchFamily="34" charset="-122"/>
                <a:cs typeface="Consolas" pitchFamily="34" charset="-120"/>
              </a:rPr>
              <a:t>HIGH COMMAND</a:t>
            </a:r>
            <a:endParaRPr lang="en-US" sz="800" dirty="0"/>
          </a:p>
        </p:txBody>
      </p:sp>
      <p:sp>
        <p:nvSpPr>
          <p:cNvPr id="25" name="Text 23"/>
          <p:cNvSpPr/>
          <p:nvPr/>
        </p:nvSpPr>
        <p:spPr>
          <a:xfrm>
            <a:off x="521208" y="2176272"/>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24</a:t>
            </a:r>
            <a:endParaRPr lang="en-US" sz="900" dirty="0"/>
          </a:p>
        </p:txBody>
      </p:sp>
      <p:sp>
        <p:nvSpPr>
          <p:cNvPr id="26" name="Text 24"/>
          <p:cNvSpPr/>
          <p:nvPr/>
        </p:nvSpPr>
        <p:spPr>
          <a:xfrm>
            <a:off x="832104" y="2176272"/>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Major of the Army</a:t>
            </a:r>
            <a:endParaRPr lang="en-US" sz="1000" dirty="0"/>
          </a:p>
        </p:txBody>
      </p:sp>
      <p:sp>
        <p:nvSpPr>
          <p:cNvPr id="27" name="Text 25"/>
          <p:cNvSpPr/>
          <p:nvPr/>
        </p:nvSpPr>
        <p:spPr>
          <a:xfrm>
            <a:off x="521208" y="2350008"/>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23</a:t>
            </a:r>
            <a:endParaRPr lang="en-US" sz="900" dirty="0"/>
          </a:p>
        </p:txBody>
      </p:sp>
      <p:sp>
        <p:nvSpPr>
          <p:cNvPr id="28" name="Text 26"/>
          <p:cNvSpPr/>
          <p:nvPr/>
        </p:nvSpPr>
        <p:spPr>
          <a:xfrm>
            <a:off x="832104" y="2350008"/>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Captain</a:t>
            </a:r>
            <a:endParaRPr lang="en-US" sz="1000" dirty="0"/>
          </a:p>
        </p:txBody>
      </p:sp>
      <p:sp>
        <p:nvSpPr>
          <p:cNvPr id="29" name="Text 27"/>
          <p:cNvSpPr/>
          <p:nvPr/>
        </p:nvSpPr>
        <p:spPr>
          <a:xfrm>
            <a:off x="521208" y="2523744"/>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22</a:t>
            </a:r>
            <a:endParaRPr lang="en-US" sz="900" dirty="0"/>
          </a:p>
        </p:txBody>
      </p:sp>
      <p:sp>
        <p:nvSpPr>
          <p:cNvPr id="30" name="Text 28"/>
          <p:cNvSpPr/>
          <p:nvPr/>
        </p:nvSpPr>
        <p:spPr>
          <a:xfrm>
            <a:off x="832104" y="2523744"/>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First Lieutenant</a:t>
            </a:r>
            <a:endParaRPr lang="en-US" sz="1000" dirty="0"/>
          </a:p>
        </p:txBody>
      </p:sp>
      <p:sp>
        <p:nvSpPr>
          <p:cNvPr id="31" name="Text 29"/>
          <p:cNvSpPr/>
          <p:nvPr/>
        </p:nvSpPr>
        <p:spPr>
          <a:xfrm>
            <a:off x="521208" y="2697480"/>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21</a:t>
            </a:r>
            <a:endParaRPr lang="en-US" sz="900" dirty="0"/>
          </a:p>
        </p:txBody>
      </p:sp>
      <p:sp>
        <p:nvSpPr>
          <p:cNvPr id="32" name="Text 30"/>
          <p:cNvSpPr/>
          <p:nvPr/>
        </p:nvSpPr>
        <p:spPr>
          <a:xfrm>
            <a:off x="832104" y="2697480"/>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Second Lieutenant</a:t>
            </a:r>
            <a:endParaRPr lang="en-US" sz="1000" dirty="0"/>
          </a:p>
        </p:txBody>
      </p:sp>
      <p:sp>
        <p:nvSpPr>
          <p:cNvPr id="33" name="Shape 31"/>
          <p:cNvSpPr/>
          <p:nvPr/>
        </p:nvSpPr>
        <p:spPr>
          <a:xfrm>
            <a:off x="411480" y="2944368"/>
            <a:ext cx="4023360" cy="1243584"/>
          </a:xfrm>
          <a:prstGeom prst="rect">
            <a:avLst/>
          </a:prstGeom>
          <a:solidFill>
            <a:srgbClr val="13131E"/>
          </a:solidFill>
          <a:ln w="12700">
            <a:solidFill>
              <a:srgbClr val="2A2415"/>
            </a:solidFill>
            <a:prstDash val="solid"/>
          </a:ln>
        </p:spPr>
      </p:sp>
      <p:sp>
        <p:nvSpPr>
          <p:cNvPr id="34" name="Shape 32"/>
          <p:cNvSpPr/>
          <p:nvPr/>
        </p:nvSpPr>
        <p:spPr>
          <a:xfrm>
            <a:off x="411480" y="2944368"/>
            <a:ext cx="45720" cy="1243584"/>
          </a:xfrm>
          <a:prstGeom prst="rect">
            <a:avLst/>
          </a:prstGeom>
          <a:solidFill>
            <a:srgbClr val="D09020"/>
          </a:solidFill>
          <a:ln w="12700">
            <a:solidFill>
              <a:srgbClr val="D09020"/>
            </a:solidFill>
            <a:prstDash val="solid"/>
          </a:ln>
        </p:spPr>
      </p:sp>
      <p:sp>
        <p:nvSpPr>
          <p:cNvPr id="35" name="Text 33"/>
          <p:cNvSpPr/>
          <p:nvPr/>
        </p:nvSpPr>
        <p:spPr>
          <a:xfrm>
            <a:off x="502920" y="2971800"/>
            <a:ext cx="3886200" cy="164592"/>
          </a:xfrm>
          <a:prstGeom prst="rect">
            <a:avLst/>
          </a:prstGeom>
          <a:noFill/>
          <a:ln/>
        </p:spPr>
        <p:txBody>
          <a:bodyPr wrap="square" lIns="0" tIns="0" rIns="0" bIns="0" rtlCol="0" anchor="ctr"/>
          <a:lstStyle/>
          <a:p>
            <a:pPr indent="0" marL="0">
              <a:buNone/>
            </a:pPr>
            <a:r>
              <a:rPr lang="en-US" sz="800" b="1" spc="100" kern="0" dirty="0">
                <a:solidFill>
                  <a:srgbClr val="D09020"/>
                </a:solidFill>
                <a:latin typeface="Consolas" pitchFamily="34" charset="0"/>
                <a:ea typeface="Consolas" pitchFamily="34" charset="-122"/>
                <a:cs typeface="Consolas" pitchFamily="34" charset="-120"/>
              </a:rPr>
              <a:t>COMMAND</a:t>
            </a:r>
            <a:endParaRPr lang="en-US" sz="800" dirty="0"/>
          </a:p>
        </p:txBody>
      </p:sp>
      <p:sp>
        <p:nvSpPr>
          <p:cNvPr id="36" name="Text 34"/>
          <p:cNvSpPr/>
          <p:nvPr/>
        </p:nvSpPr>
        <p:spPr>
          <a:xfrm>
            <a:off x="521208" y="3145536"/>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20</a:t>
            </a:r>
            <a:endParaRPr lang="en-US" sz="900" dirty="0"/>
          </a:p>
        </p:txBody>
      </p:sp>
      <p:sp>
        <p:nvSpPr>
          <p:cNvPr id="37" name="Text 35"/>
          <p:cNvSpPr/>
          <p:nvPr/>
        </p:nvSpPr>
        <p:spPr>
          <a:xfrm>
            <a:off x="832104" y="3145536"/>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Sergeant Major of the Army</a:t>
            </a:r>
            <a:endParaRPr lang="en-US" sz="1000" dirty="0"/>
          </a:p>
        </p:txBody>
      </p:sp>
      <p:sp>
        <p:nvSpPr>
          <p:cNvPr id="38" name="Text 36"/>
          <p:cNvSpPr/>
          <p:nvPr/>
        </p:nvSpPr>
        <p:spPr>
          <a:xfrm>
            <a:off x="521208" y="3319272"/>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19</a:t>
            </a:r>
            <a:endParaRPr lang="en-US" sz="900" dirty="0"/>
          </a:p>
        </p:txBody>
      </p:sp>
      <p:sp>
        <p:nvSpPr>
          <p:cNvPr id="39" name="Text 37"/>
          <p:cNvSpPr/>
          <p:nvPr/>
        </p:nvSpPr>
        <p:spPr>
          <a:xfrm>
            <a:off x="832104" y="3319272"/>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Command Sergeant Major</a:t>
            </a:r>
            <a:endParaRPr lang="en-US" sz="1000" dirty="0"/>
          </a:p>
        </p:txBody>
      </p:sp>
      <p:sp>
        <p:nvSpPr>
          <p:cNvPr id="40" name="Text 38"/>
          <p:cNvSpPr/>
          <p:nvPr/>
        </p:nvSpPr>
        <p:spPr>
          <a:xfrm>
            <a:off x="521208" y="3493008"/>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18</a:t>
            </a:r>
            <a:endParaRPr lang="en-US" sz="900" dirty="0"/>
          </a:p>
        </p:txBody>
      </p:sp>
      <p:sp>
        <p:nvSpPr>
          <p:cNvPr id="41" name="Text 39"/>
          <p:cNvSpPr/>
          <p:nvPr/>
        </p:nvSpPr>
        <p:spPr>
          <a:xfrm>
            <a:off x="832104" y="3493008"/>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Sergeant Major</a:t>
            </a:r>
            <a:endParaRPr lang="en-US" sz="1000" dirty="0"/>
          </a:p>
        </p:txBody>
      </p:sp>
      <p:sp>
        <p:nvSpPr>
          <p:cNvPr id="42" name="Text 40"/>
          <p:cNvSpPr/>
          <p:nvPr/>
        </p:nvSpPr>
        <p:spPr>
          <a:xfrm>
            <a:off x="521208" y="3666744"/>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17</a:t>
            </a:r>
            <a:endParaRPr lang="en-US" sz="900" dirty="0"/>
          </a:p>
        </p:txBody>
      </p:sp>
      <p:sp>
        <p:nvSpPr>
          <p:cNvPr id="43" name="Text 41"/>
          <p:cNvSpPr/>
          <p:nvPr/>
        </p:nvSpPr>
        <p:spPr>
          <a:xfrm>
            <a:off x="832104" y="3666744"/>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First Sergeant</a:t>
            </a:r>
            <a:endParaRPr lang="en-US" sz="1000" dirty="0"/>
          </a:p>
        </p:txBody>
      </p:sp>
      <p:sp>
        <p:nvSpPr>
          <p:cNvPr id="44" name="Text 42"/>
          <p:cNvSpPr/>
          <p:nvPr/>
        </p:nvSpPr>
        <p:spPr>
          <a:xfrm>
            <a:off x="521208" y="3840480"/>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16</a:t>
            </a:r>
            <a:endParaRPr lang="en-US" sz="900" dirty="0"/>
          </a:p>
        </p:txBody>
      </p:sp>
      <p:sp>
        <p:nvSpPr>
          <p:cNvPr id="45" name="Text 43"/>
          <p:cNvSpPr/>
          <p:nvPr/>
        </p:nvSpPr>
        <p:spPr>
          <a:xfrm>
            <a:off x="832104" y="3840480"/>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Chief Warrant Officer</a:t>
            </a:r>
            <a:endParaRPr lang="en-US" sz="1000" dirty="0"/>
          </a:p>
        </p:txBody>
      </p:sp>
      <p:sp>
        <p:nvSpPr>
          <p:cNvPr id="46" name="Text 44"/>
          <p:cNvSpPr/>
          <p:nvPr/>
        </p:nvSpPr>
        <p:spPr>
          <a:xfrm>
            <a:off x="521208" y="4014216"/>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15</a:t>
            </a:r>
            <a:endParaRPr lang="en-US" sz="900" dirty="0"/>
          </a:p>
        </p:txBody>
      </p:sp>
      <p:sp>
        <p:nvSpPr>
          <p:cNvPr id="47" name="Text 45"/>
          <p:cNvSpPr/>
          <p:nvPr/>
        </p:nvSpPr>
        <p:spPr>
          <a:xfrm>
            <a:off x="832104" y="4014216"/>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First Warrant Officer</a:t>
            </a:r>
            <a:endParaRPr lang="en-US" sz="1000" dirty="0"/>
          </a:p>
        </p:txBody>
      </p:sp>
      <p:sp>
        <p:nvSpPr>
          <p:cNvPr id="48" name="Shape 46"/>
          <p:cNvSpPr/>
          <p:nvPr/>
        </p:nvSpPr>
        <p:spPr>
          <a:xfrm>
            <a:off x="4709160" y="384048"/>
            <a:ext cx="4023360" cy="374904"/>
          </a:xfrm>
          <a:prstGeom prst="rect">
            <a:avLst/>
          </a:prstGeom>
          <a:solidFill>
            <a:srgbClr val="13131E"/>
          </a:solidFill>
          <a:ln w="12700">
            <a:solidFill>
              <a:srgbClr val="2A2415"/>
            </a:solidFill>
            <a:prstDash val="solid"/>
          </a:ln>
        </p:spPr>
      </p:sp>
      <p:sp>
        <p:nvSpPr>
          <p:cNvPr id="49" name="Shape 47"/>
          <p:cNvSpPr/>
          <p:nvPr/>
        </p:nvSpPr>
        <p:spPr>
          <a:xfrm>
            <a:off x="4709160" y="384048"/>
            <a:ext cx="45720" cy="374904"/>
          </a:xfrm>
          <a:prstGeom prst="rect">
            <a:avLst/>
          </a:prstGeom>
          <a:solidFill>
            <a:srgbClr val="888050"/>
          </a:solidFill>
          <a:ln w="12700">
            <a:solidFill>
              <a:srgbClr val="888050"/>
            </a:solidFill>
            <a:prstDash val="solid"/>
          </a:ln>
        </p:spPr>
      </p:sp>
      <p:sp>
        <p:nvSpPr>
          <p:cNvPr id="50" name="Text 48"/>
          <p:cNvSpPr/>
          <p:nvPr/>
        </p:nvSpPr>
        <p:spPr>
          <a:xfrm>
            <a:off x="4800600" y="411480"/>
            <a:ext cx="3886200" cy="164592"/>
          </a:xfrm>
          <a:prstGeom prst="rect">
            <a:avLst/>
          </a:prstGeom>
          <a:noFill/>
          <a:ln/>
        </p:spPr>
        <p:txBody>
          <a:bodyPr wrap="square" lIns="0" tIns="0" rIns="0" bIns="0" rtlCol="0" anchor="ctr"/>
          <a:lstStyle/>
          <a:p>
            <a:pPr indent="0" marL="0">
              <a:buNone/>
            </a:pPr>
            <a:r>
              <a:rPr lang="en-US" sz="800" b="1" spc="100" kern="0" dirty="0">
                <a:solidFill>
                  <a:srgbClr val="888050"/>
                </a:solidFill>
                <a:latin typeface="Consolas" pitchFamily="34" charset="0"/>
                <a:ea typeface="Consolas" pitchFamily="34" charset="-122"/>
                <a:cs typeface="Consolas" pitchFamily="34" charset="-120"/>
              </a:rPr>
              <a:t>VETERAN</a:t>
            </a:r>
            <a:endParaRPr lang="en-US" sz="800" dirty="0"/>
          </a:p>
        </p:txBody>
      </p:sp>
      <p:sp>
        <p:nvSpPr>
          <p:cNvPr id="51" name="Text 49"/>
          <p:cNvSpPr/>
          <p:nvPr/>
        </p:nvSpPr>
        <p:spPr>
          <a:xfrm>
            <a:off x="4818888" y="585216"/>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14</a:t>
            </a:r>
            <a:endParaRPr lang="en-US" sz="900" dirty="0"/>
          </a:p>
        </p:txBody>
      </p:sp>
      <p:sp>
        <p:nvSpPr>
          <p:cNvPr id="52" name="Text 50"/>
          <p:cNvSpPr/>
          <p:nvPr/>
        </p:nvSpPr>
        <p:spPr>
          <a:xfrm>
            <a:off x="5129784" y="585216"/>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Warrant Officer</a:t>
            </a:r>
            <a:endParaRPr lang="en-US" sz="1000" dirty="0"/>
          </a:p>
        </p:txBody>
      </p:sp>
      <p:sp>
        <p:nvSpPr>
          <p:cNvPr id="53" name="Shape 51"/>
          <p:cNvSpPr/>
          <p:nvPr/>
        </p:nvSpPr>
        <p:spPr>
          <a:xfrm>
            <a:off x="4709160" y="832104"/>
            <a:ext cx="4023360" cy="1069848"/>
          </a:xfrm>
          <a:prstGeom prst="rect">
            <a:avLst/>
          </a:prstGeom>
          <a:solidFill>
            <a:srgbClr val="13131E"/>
          </a:solidFill>
          <a:ln w="12700">
            <a:solidFill>
              <a:srgbClr val="2A2415"/>
            </a:solidFill>
            <a:prstDash val="solid"/>
          </a:ln>
        </p:spPr>
      </p:sp>
      <p:sp>
        <p:nvSpPr>
          <p:cNvPr id="54" name="Shape 52"/>
          <p:cNvSpPr/>
          <p:nvPr/>
        </p:nvSpPr>
        <p:spPr>
          <a:xfrm>
            <a:off x="4709160" y="832104"/>
            <a:ext cx="45720" cy="1069848"/>
          </a:xfrm>
          <a:prstGeom prst="rect">
            <a:avLst/>
          </a:prstGeom>
          <a:solidFill>
            <a:srgbClr val="707070"/>
          </a:solidFill>
          <a:ln w="12700">
            <a:solidFill>
              <a:srgbClr val="707070"/>
            </a:solidFill>
            <a:prstDash val="solid"/>
          </a:ln>
        </p:spPr>
      </p:sp>
      <p:sp>
        <p:nvSpPr>
          <p:cNvPr id="55" name="Text 53"/>
          <p:cNvSpPr/>
          <p:nvPr/>
        </p:nvSpPr>
        <p:spPr>
          <a:xfrm>
            <a:off x="4800600" y="859536"/>
            <a:ext cx="3886200" cy="164592"/>
          </a:xfrm>
          <a:prstGeom prst="rect">
            <a:avLst/>
          </a:prstGeom>
          <a:noFill/>
          <a:ln/>
        </p:spPr>
        <p:txBody>
          <a:bodyPr wrap="square" lIns="0" tIns="0" rIns="0" bIns="0" rtlCol="0" anchor="ctr"/>
          <a:lstStyle/>
          <a:p>
            <a:pPr indent="0" marL="0">
              <a:buNone/>
            </a:pPr>
            <a:r>
              <a:rPr lang="en-US" sz="800" b="1" spc="100" kern="0" dirty="0">
                <a:solidFill>
                  <a:srgbClr val="707070"/>
                </a:solidFill>
                <a:latin typeface="Consolas" pitchFamily="34" charset="0"/>
                <a:ea typeface="Consolas" pitchFamily="34" charset="-122"/>
                <a:cs typeface="Consolas" pitchFamily="34" charset="-120"/>
              </a:rPr>
              <a:t>OFFIZIER</a:t>
            </a:r>
            <a:endParaRPr lang="en-US" sz="800" dirty="0"/>
          </a:p>
        </p:txBody>
      </p:sp>
      <p:sp>
        <p:nvSpPr>
          <p:cNvPr id="56" name="Text 54"/>
          <p:cNvSpPr/>
          <p:nvPr/>
        </p:nvSpPr>
        <p:spPr>
          <a:xfrm>
            <a:off x="4818888" y="1033272"/>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13</a:t>
            </a:r>
            <a:endParaRPr lang="en-US" sz="900" dirty="0"/>
          </a:p>
        </p:txBody>
      </p:sp>
      <p:sp>
        <p:nvSpPr>
          <p:cNvPr id="57" name="Text 55"/>
          <p:cNvSpPr/>
          <p:nvPr/>
        </p:nvSpPr>
        <p:spPr>
          <a:xfrm>
            <a:off x="5129784" y="1033272"/>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Master Sergeant</a:t>
            </a:r>
            <a:endParaRPr lang="en-US" sz="1000" dirty="0"/>
          </a:p>
        </p:txBody>
      </p:sp>
      <p:sp>
        <p:nvSpPr>
          <p:cNvPr id="58" name="Text 56"/>
          <p:cNvSpPr/>
          <p:nvPr/>
        </p:nvSpPr>
        <p:spPr>
          <a:xfrm>
            <a:off x="4818888" y="1207008"/>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12</a:t>
            </a:r>
            <a:endParaRPr lang="en-US" sz="900" dirty="0"/>
          </a:p>
        </p:txBody>
      </p:sp>
      <p:sp>
        <p:nvSpPr>
          <p:cNvPr id="59" name="Text 57"/>
          <p:cNvSpPr/>
          <p:nvPr/>
        </p:nvSpPr>
        <p:spPr>
          <a:xfrm>
            <a:off x="5129784" y="1207008"/>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Sergeant First Class</a:t>
            </a:r>
            <a:endParaRPr lang="en-US" sz="1000" dirty="0"/>
          </a:p>
        </p:txBody>
      </p:sp>
      <p:sp>
        <p:nvSpPr>
          <p:cNvPr id="60" name="Text 58"/>
          <p:cNvSpPr/>
          <p:nvPr/>
        </p:nvSpPr>
        <p:spPr>
          <a:xfrm>
            <a:off x="4818888" y="1380744"/>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11</a:t>
            </a:r>
            <a:endParaRPr lang="en-US" sz="900" dirty="0"/>
          </a:p>
        </p:txBody>
      </p:sp>
      <p:sp>
        <p:nvSpPr>
          <p:cNvPr id="61" name="Text 59"/>
          <p:cNvSpPr/>
          <p:nvPr/>
        </p:nvSpPr>
        <p:spPr>
          <a:xfrm>
            <a:off x="5129784" y="1380744"/>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Staff Sergeant</a:t>
            </a:r>
            <a:endParaRPr lang="en-US" sz="1000" dirty="0"/>
          </a:p>
        </p:txBody>
      </p:sp>
      <p:sp>
        <p:nvSpPr>
          <p:cNvPr id="62" name="Text 60"/>
          <p:cNvSpPr/>
          <p:nvPr/>
        </p:nvSpPr>
        <p:spPr>
          <a:xfrm>
            <a:off x="4818888" y="1554480"/>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10</a:t>
            </a:r>
            <a:endParaRPr lang="en-US" sz="900" dirty="0"/>
          </a:p>
        </p:txBody>
      </p:sp>
      <p:sp>
        <p:nvSpPr>
          <p:cNvPr id="63" name="Text 61"/>
          <p:cNvSpPr/>
          <p:nvPr/>
        </p:nvSpPr>
        <p:spPr>
          <a:xfrm>
            <a:off x="5129784" y="1554480"/>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Sergeant</a:t>
            </a:r>
            <a:endParaRPr lang="en-US" sz="1000" dirty="0"/>
          </a:p>
        </p:txBody>
      </p:sp>
      <p:sp>
        <p:nvSpPr>
          <p:cNvPr id="64" name="Text 62"/>
          <p:cNvSpPr/>
          <p:nvPr/>
        </p:nvSpPr>
        <p:spPr>
          <a:xfrm>
            <a:off x="4818888" y="1728216"/>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09</a:t>
            </a:r>
            <a:endParaRPr lang="en-US" sz="900" dirty="0"/>
          </a:p>
        </p:txBody>
      </p:sp>
      <p:sp>
        <p:nvSpPr>
          <p:cNvPr id="65" name="Text 63"/>
          <p:cNvSpPr/>
          <p:nvPr/>
        </p:nvSpPr>
        <p:spPr>
          <a:xfrm>
            <a:off x="5129784" y="1728216"/>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Corporal</a:t>
            </a:r>
            <a:endParaRPr lang="en-US" sz="1000" dirty="0"/>
          </a:p>
        </p:txBody>
      </p:sp>
      <p:sp>
        <p:nvSpPr>
          <p:cNvPr id="66" name="Shape 64"/>
          <p:cNvSpPr/>
          <p:nvPr/>
        </p:nvSpPr>
        <p:spPr>
          <a:xfrm>
            <a:off x="4709160" y="1975104"/>
            <a:ext cx="4023360" cy="1069848"/>
          </a:xfrm>
          <a:prstGeom prst="rect">
            <a:avLst/>
          </a:prstGeom>
          <a:solidFill>
            <a:srgbClr val="13131E"/>
          </a:solidFill>
          <a:ln w="12700">
            <a:solidFill>
              <a:srgbClr val="2A2415"/>
            </a:solidFill>
            <a:prstDash val="solid"/>
          </a:ln>
        </p:spPr>
      </p:sp>
      <p:sp>
        <p:nvSpPr>
          <p:cNvPr id="67" name="Shape 65"/>
          <p:cNvSpPr/>
          <p:nvPr/>
        </p:nvSpPr>
        <p:spPr>
          <a:xfrm>
            <a:off x="4709160" y="1975104"/>
            <a:ext cx="45720" cy="1069848"/>
          </a:xfrm>
          <a:prstGeom prst="rect">
            <a:avLst/>
          </a:prstGeom>
          <a:solidFill>
            <a:srgbClr val="5A5A5A"/>
          </a:solidFill>
          <a:ln w="12700">
            <a:solidFill>
              <a:srgbClr val="5A5A5A"/>
            </a:solidFill>
            <a:prstDash val="solid"/>
          </a:ln>
        </p:spPr>
      </p:sp>
      <p:sp>
        <p:nvSpPr>
          <p:cNvPr id="68" name="Text 66"/>
          <p:cNvSpPr/>
          <p:nvPr/>
        </p:nvSpPr>
        <p:spPr>
          <a:xfrm>
            <a:off x="4800600" y="2002536"/>
            <a:ext cx="3886200" cy="164592"/>
          </a:xfrm>
          <a:prstGeom prst="rect">
            <a:avLst/>
          </a:prstGeom>
          <a:noFill/>
          <a:ln/>
        </p:spPr>
        <p:txBody>
          <a:bodyPr wrap="square" lIns="0" tIns="0" rIns="0" bIns="0" rtlCol="0" anchor="ctr"/>
          <a:lstStyle/>
          <a:p>
            <a:pPr indent="0" marL="0">
              <a:buNone/>
            </a:pPr>
            <a:r>
              <a:rPr lang="en-US" sz="800" b="1" spc="100" kern="0" dirty="0">
                <a:solidFill>
                  <a:srgbClr val="5A5A5A"/>
                </a:solidFill>
                <a:latin typeface="Consolas" pitchFamily="34" charset="0"/>
                <a:ea typeface="Consolas" pitchFamily="34" charset="-122"/>
                <a:cs typeface="Consolas" pitchFamily="34" charset="-120"/>
              </a:rPr>
              <a:t>SOLDAT</a:t>
            </a:r>
            <a:endParaRPr lang="en-US" sz="800" dirty="0"/>
          </a:p>
        </p:txBody>
      </p:sp>
      <p:sp>
        <p:nvSpPr>
          <p:cNvPr id="69" name="Text 67"/>
          <p:cNvSpPr/>
          <p:nvPr/>
        </p:nvSpPr>
        <p:spPr>
          <a:xfrm>
            <a:off x="4818888" y="2176272"/>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08</a:t>
            </a:r>
            <a:endParaRPr lang="en-US" sz="900" dirty="0"/>
          </a:p>
        </p:txBody>
      </p:sp>
      <p:sp>
        <p:nvSpPr>
          <p:cNvPr id="70" name="Text 68"/>
          <p:cNvSpPr/>
          <p:nvPr/>
        </p:nvSpPr>
        <p:spPr>
          <a:xfrm>
            <a:off x="5129784" y="2176272"/>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Specialist</a:t>
            </a:r>
            <a:endParaRPr lang="en-US" sz="1000" dirty="0"/>
          </a:p>
        </p:txBody>
      </p:sp>
      <p:sp>
        <p:nvSpPr>
          <p:cNvPr id="71" name="Text 69"/>
          <p:cNvSpPr/>
          <p:nvPr/>
        </p:nvSpPr>
        <p:spPr>
          <a:xfrm>
            <a:off x="4818888" y="2350008"/>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07</a:t>
            </a:r>
            <a:endParaRPr lang="en-US" sz="900" dirty="0"/>
          </a:p>
        </p:txBody>
      </p:sp>
      <p:sp>
        <p:nvSpPr>
          <p:cNvPr id="72" name="Text 70"/>
          <p:cNvSpPr/>
          <p:nvPr/>
        </p:nvSpPr>
        <p:spPr>
          <a:xfrm>
            <a:off x="5129784" y="2350008"/>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Private First Class</a:t>
            </a:r>
            <a:endParaRPr lang="en-US" sz="1000" dirty="0"/>
          </a:p>
        </p:txBody>
      </p:sp>
      <p:sp>
        <p:nvSpPr>
          <p:cNvPr id="73" name="Text 71"/>
          <p:cNvSpPr/>
          <p:nvPr/>
        </p:nvSpPr>
        <p:spPr>
          <a:xfrm>
            <a:off x="4818888" y="2523744"/>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06</a:t>
            </a:r>
            <a:endParaRPr lang="en-US" sz="900" dirty="0"/>
          </a:p>
        </p:txBody>
      </p:sp>
      <p:sp>
        <p:nvSpPr>
          <p:cNvPr id="74" name="Text 72"/>
          <p:cNvSpPr/>
          <p:nvPr/>
        </p:nvSpPr>
        <p:spPr>
          <a:xfrm>
            <a:off x="5129784" y="2523744"/>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Private Second Class</a:t>
            </a:r>
            <a:endParaRPr lang="en-US" sz="1000" dirty="0"/>
          </a:p>
        </p:txBody>
      </p:sp>
      <p:sp>
        <p:nvSpPr>
          <p:cNvPr id="75" name="Text 73"/>
          <p:cNvSpPr/>
          <p:nvPr/>
        </p:nvSpPr>
        <p:spPr>
          <a:xfrm>
            <a:off x="4818888" y="2697480"/>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05</a:t>
            </a:r>
            <a:endParaRPr lang="en-US" sz="900" dirty="0"/>
          </a:p>
        </p:txBody>
      </p:sp>
      <p:sp>
        <p:nvSpPr>
          <p:cNvPr id="76" name="Text 74"/>
          <p:cNvSpPr/>
          <p:nvPr/>
        </p:nvSpPr>
        <p:spPr>
          <a:xfrm>
            <a:off x="5129784" y="2697480"/>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Private</a:t>
            </a:r>
            <a:endParaRPr lang="en-US" sz="1000" dirty="0"/>
          </a:p>
        </p:txBody>
      </p:sp>
      <p:sp>
        <p:nvSpPr>
          <p:cNvPr id="77" name="Text 75"/>
          <p:cNvSpPr/>
          <p:nvPr/>
        </p:nvSpPr>
        <p:spPr>
          <a:xfrm>
            <a:off x="4818888" y="2871216"/>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04</a:t>
            </a:r>
            <a:endParaRPr lang="en-US" sz="900" dirty="0"/>
          </a:p>
        </p:txBody>
      </p:sp>
      <p:sp>
        <p:nvSpPr>
          <p:cNvPr id="78" name="Text 76"/>
          <p:cNvSpPr/>
          <p:nvPr/>
        </p:nvSpPr>
        <p:spPr>
          <a:xfrm>
            <a:off x="5129784" y="2871216"/>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Recruit</a:t>
            </a:r>
            <a:endParaRPr lang="en-US" sz="1000" dirty="0"/>
          </a:p>
        </p:txBody>
      </p:sp>
      <p:sp>
        <p:nvSpPr>
          <p:cNvPr id="79" name="Shape 77"/>
          <p:cNvSpPr/>
          <p:nvPr/>
        </p:nvSpPr>
        <p:spPr>
          <a:xfrm>
            <a:off x="4709160" y="3118104"/>
            <a:ext cx="4023360" cy="722376"/>
          </a:xfrm>
          <a:prstGeom prst="rect">
            <a:avLst/>
          </a:prstGeom>
          <a:solidFill>
            <a:srgbClr val="13131E"/>
          </a:solidFill>
          <a:ln w="12700">
            <a:solidFill>
              <a:srgbClr val="2A2415"/>
            </a:solidFill>
            <a:prstDash val="solid"/>
          </a:ln>
        </p:spPr>
      </p:sp>
      <p:sp>
        <p:nvSpPr>
          <p:cNvPr id="80" name="Shape 78"/>
          <p:cNvSpPr/>
          <p:nvPr/>
        </p:nvSpPr>
        <p:spPr>
          <a:xfrm>
            <a:off x="4709160" y="3118104"/>
            <a:ext cx="45720" cy="722376"/>
          </a:xfrm>
          <a:prstGeom prst="rect">
            <a:avLst/>
          </a:prstGeom>
          <a:solidFill>
            <a:srgbClr val="8B2020"/>
          </a:solidFill>
          <a:ln w="12700">
            <a:solidFill>
              <a:srgbClr val="8B2020"/>
            </a:solidFill>
            <a:prstDash val="solid"/>
          </a:ln>
        </p:spPr>
      </p:sp>
      <p:sp>
        <p:nvSpPr>
          <p:cNvPr id="81" name="Text 79"/>
          <p:cNvSpPr/>
          <p:nvPr/>
        </p:nvSpPr>
        <p:spPr>
          <a:xfrm>
            <a:off x="4800600" y="3145536"/>
            <a:ext cx="3886200" cy="164592"/>
          </a:xfrm>
          <a:prstGeom prst="rect">
            <a:avLst/>
          </a:prstGeom>
          <a:noFill/>
          <a:ln/>
        </p:spPr>
        <p:txBody>
          <a:bodyPr wrap="square" lIns="0" tIns="0" rIns="0" bIns="0" rtlCol="0" anchor="ctr"/>
          <a:lstStyle/>
          <a:p>
            <a:pPr indent="0" marL="0">
              <a:buNone/>
            </a:pPr>
            <a:r>
              <a:rPr lang="en-US" sz="800" b="1" spc="100" kern="0" dirty="0">
                <a:solidFill>
                  <a:srgbClr val="8B2020"/>
                </a:solidFill>
                <a:latin typeface="Consolas" pitchFamily="34" charset="0"/>
                <a:ea typeface="Consolas" pitchFamily="34" charset="-122"/>
                <a:cs typeface="Consolas" pitchFamily="34" charset="-120"/>
              </a:rPr>
              <a:t>XXX</a:t>
            </a:r>
            <a:endParaRPr lang="en-US" sz="800" dirty="0"/>
          </a:p>
        </p:txBody>
      </p:sp>
      <p:sp>
        <p:nvSpPr>
          <p:cNvPr id="82" name="Text 80"/>
          <p:cNvSpPr/>
          <p:nvPr/>
        </p:nvSpPr>
        <p:spPr>
          <a:xfrm>
            <a:off x="4818888" y="3319272"/>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03</a:t>
            </a:r>
            <a:endParaRPr lang="en-US" sz="900" dirty="0"/>
          </a:p>
        </p:txBody>
      </p:sp>
      <p:sp>
        <p:nvSpPr>
          <p:cNvPr id="83" name="Text 81"/>
          <p:cNvSpPr/>
          <p:nvPr/>
        </p:nvSpPr>
        <p:spPr>
          <a:xfrm>
            <a:off x="5129784" y="3319272"/>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Praktikant</a:t>
            </a:r>
            <a:endParaRPr lang="en-US" sz="1000" dirty="0"/>
          </a:p>
        </p:txBody>
      </p:sp>
      <p:sp>
        <p:nvSpPr>
          <p:cNvPr id="84" name="Text 82"/>
          <p:cNvSpPr/>
          <p:nvPr/>
        </p:nvSpPr>
        <p:spPr>
          <a:xfrm>
            <a:off x="4818888" y="3493008"/>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02</a:t>
            </a:r>
            <a:endParaRPr lang="en-US" sz="900" dirty="0"/>
          </a:p>
        </p:txBody>
      </p:sp>
      <p:sp>
        <p:nvSpPr>
          <p:cNvPr id="85" name="Text 83"/>
          <p:cNvSpPr/>
          <p:nvPr/>
        </p:nvSpPr>
        <p:spPr>
          <a:xfrm>
            <a:off x="5129784" y="3493008"/>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Facility Manager</a:t>
            </a:r>
            <a:endParaRPr lang="en-US" sz="1000" dirty="0"/>
          </a:p>
        </p:txBody>
      </p:sp>
      <p:sp>
        <p:nvSpPr>
          <p:cNvPr id="86" name="Text 84"/>
          <p:cNvSpPr/>
          <p:nvPr/>
        </p:nvSpPr>
        <p:spPr>
          <a:xfrm>
            <a:off x="4818888" y="3666744"/>
            <a:ext cx="274320" cy="164592"/>
          </a:xfrm>
          <a:prstGeom prst="rect">
            <a:avLst/>
          </a:prstGeom>
          <a:noFill/>
          <a:ln/>
        </p:spPr>
        <p:txBody>
          <a:bodyPr wrap="square" lIns="0" tIns="0" rIns="0" bIns="0" rtlCol="0" anchor="ctr"/>
          <a:lstStyle/>
          <a:p>
            <a:pPr indent="0" marL="0">
              <a:buNone/>
            </a:pPr>
            <a:r>
              <a:rPr lang="en-US" sz="900" dirty="0">
                <a:solidFill>
                  <a:srgbClr val="5A5445"/>
                </a:solidFill>
                <a:latin typeface="Consolas" pitchFamily="34" charset="0"/>
                <a:ea typeface="Consolas" pitchFamily="34" charset="-122"/>
                <a:cs typeface="Consolas" pitchFamily="34" charset="-120"/>
              </a:rPr>
              <a:t>01</a:t>
            </a:r>
            <a:endParaRPr lang="en-US" sz="900" dirty="0"/>
          </a:p>
        </p:txBody>
      </p:sp>
      <p:sp>
        <p:nvSpPr>
          <p:cNvPr id="87" name="Text 85"/>
          <p:cNvSpPr/>
          <p:nvPr/>
        </p:nvSpPr>
        <p:spPr>
          <a:xfrm>
            <a:off x="5129784" y="3666744"/>
            <a:ext cx="3520440" cy="164592"/>
          </a:xfrm>
          <a:prstGeom prst="rect">
            <a:avLst/>
          </a:prstGeom>
          <a:noFill/>
          <a:ln/>
        </p:spPr>
        <p:txBody>
          <a:bodyPr wrap="square" lIns="0" tIns="0" rIns="0" bIns="0" rtlCol="0" anchor="ctr"/>
          <a:lstStyle/>
          <a:p>
            <a:pPr indent="0" marL="0">
              <a:buNone/>
            </a:pPr>
            <a:r>
              <a:rPr lang="en-US" sz="1000" dirty="0">
                <a:solidFill>
                  <a:srgbClr val="CFC9BC"/>
                </a:solidFill>
                <a:latin typeface="Calibri" pitchFamily="34" charset="0"/>
                <a:ea typeface="Calibri" pitchFamily="34" charset="-122"/>
                <a:cs typeface="Calibri" pitchFamily="34" charset="-120"/>
              </a:rPr>
              <a:t>Suspendiert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NG Führungsbewerbung – Michael Kalash</dc:title>
  <dc:subject>PptxGenJS Presentation</dc:subject>
  <dc:creator>PptxGenJS</dc:creator>
  <cp:lastModifiedBy>PptxGenJS</cp:lastModifiedBy>
  <cp:revision>1</cp:revision>
  <dcterms:created xsi:type="dcterms:W3CDTF">2026-04-27T21:53:42Z</dcterms:created>
  <dcterms:modified xsi:type="dcterms:W3CDTF">2026-04-27T21:53:42Z</dcterms:modified>
</cp:coreProperties>
</file>